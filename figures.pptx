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82" r:id="rId16"/>
    <p:sldId id="273" r:id="rId17"/>
    <p:sldId id="276" r:id="rId18"/>
    <p:sldId id="277" r:id="rId19"/>
    <p:sldId id="274" r:id="rId20"/>
    <p:sldId id="278" r:id="rId21"/>
    <p:sldId id="279" r:id="rId22"/>
    <p:sldId id="275" r:id="rId23"/>
    <p:sldId id="281" r:id="rId24"/>
    <p:sldId id="363" r:id="rId25"/>
    <p:sldId id="364" r:id="rId26"/>
    <p:sldId id="365" r:id="rId27"/>
    <p:sldId id="366" r:id="rId28"/>
    <p:sldId id="369" r:id="rId29"/>
    <p:sldId id="370" r:id="rId30"/>
    <p:sldId id="367" r:id="rId31"/>
    <p:sldId id="381" r:id="rId32"/>
    <p:sldId id="380" r:id="rId33"/>
    <p:sldId id="382" r:id="rId34"/>
    <p:sldId id="383" r:id="rId35"/>
    <p:sldId id="388" r:id="rId36"/>
    <p:sldId id="399" r:id="rId37"/>
    <p:sldId id="389" r:id="rId38"/>
    <p:sldId id="400" r:id="rId39"/>
    <p:sldId id="390" r:id="rId40"/>
    <p:sldId id="401" r:id="rId41"/>
    <p:sldId id="392" r:id="rId42"/>
    <p:sldId id="402" r:id="rId43"/>
    <p:sldId id="393" r:id="rId44"/>
    <p:sldId id="391" r:id="rId45"/>
    <p:sldId id="396" r:id="rId46"/>
    <p:sldId id="403" r:id="rId47"/>
    <p:sldId id="395" r:id="rId48"/>
    <p:sldId id="397" r:id="rId49"/>
    <p:sldId id="398" r:id="rId50"/>
    <p:sldId id="385" r:id="rId51"/>
    <p:sldId id="387" r:id="rId52"/>
    <p:sldId id="40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they forgot" id="{72A614F6-BF9D-4B22-B537-8ED1FB5ABF23}">
          <p14:sldIdLst>
            <p14:sldId id="269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Quarto" id="{E8C3D879-10E3-4BB5-BA66-537E3C310EBF}">
          <p14:sldIdLst>
            <p14:sldId id="270"/>
            <p14:sldId id="271"/>
            <p14:sldId id="272"/>
          </p14:sldIdLst>
        </p14:section>
        <p14:section name="Git" id="{0159429F-8348-4F02-B031-95A06A4DEE22}">
          <p14:sldIdLst>
            <p14:sldId id="282"/>
            <p14:sldId id="273"/>
            <p14:sldId id="276"/>
            <p14:sldId id="277"/>
            <p14:sldId id="274"/>
            <p14:sldId id="278"/>
            <p14:sldId id="279"/>
            <p14:sldId id="275"/>
            <p14:sldId id="281"/>
          </p14:sldIdLst>
        </p14:section>
        <p14:section name="Efficient R" id="{D5FB4129-B08E-40AC-A302-1351D9F18775}">
          <p14:sldIdLst>
            <p14:sldId id="363"/>
            <p14:sldId id="364"/>
            <p14:sldId id="365"/>
            <p14:sldId id="366"/>
            <p14:sldId id="369"/>
            <p14:sldId id="370"/>
            <p14:sldId id="367"/>
            <p14:sldId id="381"/>
            <p14:sldId id="380"/>
            <p14:sldId id="382"/>
            <p14:sldId id="383"/>
          </p14:sldIdLst>
        </p14:section>
        <p14:section name="tidyverse" id="{64171BA0-81B1-45D8-BA96-FC8C91042210}">
          <p14:sldIdLst>
            <p14:sldId id="388"/>
            <p14:sldId id="399"/>
            <p14:sldId id="389"/>
            <p14:sldId id="400"/>
            <p14:sldId id="390"/>
            <p14:sldId id="401"/>
            <p14:sldId id="392"/>
            <p14:sldId id="402"/>
            <p14:sldId id="393"/>
            <p14:sldId id="391"/>
            <p14:sldId id="396"/>
            <p14:sldId id="403"/>
            <p14:sldId id="395"/>
            <p14:sldId id="397"/>
            <p14:sldId id="398"/>
            <p14:sldId id="385"/>
            <p14:sldId id="387"/>
            <p14:sldId id="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lina" initials="S" lastIdx="2" clrIdx="0">
    <p:extLst>
      <p:ext uri="{19B8F6BF-5375-455C-9EA6-DF929625EA0E}">
        <p15:presenceInfo xmlns:p15="http://schemas.microsoft.com/office/powerpoint/2012/main" userId="Seli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E7E6E6"/>
    <a:srgbClr val="88398A"/>
    <a:srgbClr val="FE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-3677" y="-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A80F4-1777-4292-A0EE-70CCCBE6228E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5487-C009-45FD-B4B6-E65AC92092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0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5E85-DA8C-4FCD-887A-C309F8331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017DE-EBD5-4A4F-8A16-642DFE860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0457-B86A-4477-8DD6-C6844148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8312-9532-4F30-8895-917B6BDF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A11E1-E0C4-4C91-8726-19C1BADC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08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941-7E6E-4999-A5E2-CCEECCE18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7D3A-ADAB-4053-9AD2-2984FC696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B53A-D4D6-410D-B124-5B556D8E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A7B3-E336-444C-9DC5-3D254492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E2531-7BB9-474E-8D06-AF6BB4E3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64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6B17-1944-4F3C-9FD3-50811C9D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0FCF5-3F19-4129-805E-659E544B0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30431-A39E-4713-AF11-B2CEC011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35EC6-D39D-4308-9447-DE822D99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BA2B9-C359-49C1-B2FA-60D3079B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83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C95A-89ED-41DD-844C-11820AAD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F234-58BE-40B2-AE38-DF22A99D5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0778E-489D-4AA4-A439-77436F1FF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FA704-0AD8-44C2-A608-D298FC0D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5ECEA-0A60-44E5-9F7F-E0F3CFDD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65179-3582-4966-AE90-DBADFD37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1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F20B-3D20-4FE9-A13D-90C1346C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D4ABA-B6FD-4538-A02B-5CB23E39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20431-AD76-439C-A0BD-7CC59F473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7AB5C-FDFC-4E51-8775-2904B35E0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8AD9B-8546-4F80-BE1F-43C05B58A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302B8-FC9F-4DA4-9B55-165C73FE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B8311-182C-4A91-80C7-BDA2668B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A3836-3539-48B1-85FB-17679EAF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3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F9C6-401E-4394-996F-F0D7F300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29AD7-89BA-451B-9977-EA10CA92C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20BBA-E11B-402A-A30D-F56A16E5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86C9D-E07A-4C17-92BD-8B43E9AF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65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1F45A-A24C-43B0-92A8-63135602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74987-6AB9-49C9-8F25-2084A680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8D0BC-3CC2-4213-8A05-1D093E58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79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A127-5326-4A7E-B299-39F2F41D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F106-B9C8-4049-9F23-6CF9B2E08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C8101-6E7D-4030-BFF4-7E9D35469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34F32-67F9-4BE4-A2D2-C12A6933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C17C8-0F44-43DC-8468-4C8BD198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A4FA4-97EE-4F03-94FF-8AF13968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27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51A3-5145-4C2E-BB9B-1E62373F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F56DD-0D57-4ED3-8807-789C9DE75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15BEF-A397-4434-B2EC-730637492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4E04B-E700-4A56-BFAD-9F04F766F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44574-06D0-4876-98D8-4FF65345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D6DC-2195-4022-A13F-FF7A7165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89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C20C-FDD6-4103-8574-D6A3ADF9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BBC70-6445-456E-B19B-B250C40DE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6AA0-EE5B-4312-8611-613045A8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4CF13-9228-4EA0-BEEF-EB8EE06D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5A38-9701-43DA-80F6-E01AA3A4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32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1B587-772A-4853-A96C-93DABF1D8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A7557-A61C-42C8-8C06-F55BF54F9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CAAA-21AA-4BED-ADEA-B4752C7F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BC56D-52F0-46C1-9CFE-D3BCBE3A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EF597-751C-4D95-A400-C1E921F6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14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42722-C6F4-477B-BD48-7FDCF7E6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C95C3-C2A0-4F8A-B852-210ADCEAA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940DB-822C-4DB6-8F4A-74AE51691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58EA5-7100-4B39-AE2D-F8E67243FB29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397B-2A24-4873-AC12-5A87262BE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0AEC2-85B4-4E7B-9B7B-23A3FBADE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A4578-300F-4501-A9DA-3755D7766C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06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3.svg"/><Relationship Id="rId3" Type="http://schemas.openxmlformats.org/officeDocument/2006/relationships/image" Target="../media/image48.svg"/><Relationship Id="rId7" Type="http://schemas.openxmlformats.org/officeDocument/2006/relationships/image" Target="../media/image38.svg"/><Relationship Id="rId12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1.svg"/><Relationship Id="rId5" Type="http://schemas.openxmlformats.org/officeDocument/2006/relationships/image" Target="../media/image4.svg"/><Relationship Id="rId15" Type="http://schemas.openxmlformats.org/officeDocument/2006/relationships/image" Target="../media/image55.sv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5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3.svg"/><Relationship Id="rId3" Type="http://schemas.openxmlformats.org/officeDocument/2006/relationships/image" Target="../media/image48.svg"/><Relationship Id="rId7" Type="http://schemas.openxmlformats.org/officeDocument/2006/relationships/image" Target="../media/image38.svg"/><Relationship Id="rId12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1.svg"/><Relationship Id="rId5" Type="http://schemas.openxmlformats.org/officeDocument/2006/relationships/image" Target="../media/image4.svg"/><Relationship Id="rId15" Type="http://schemas.openxmlformats.org/officeDocument/2006/relationships/image" Target="../media/image55.sv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5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3.svg"/><Relationship Id="rId3" Type="http://schemas.openxmlformats.org/officeDocument/2006/relationships/image" Target="../media/image48.svg"/><Relationship Id="rId7" Type="http://schemas.openxmlformats.org/officeDocument/2006/relationships/image" Target="../media/image38.svg"/><Relationship Id="rId12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1.svg"/><Relationship Id="rId5" Type="http://schemas.openxmlformats.org/officeDocument/2006/relationships/image" Target="../media/image4.svg"/><Relationship Id="rId15" Type="http://schemas.openxmlformats.org/officeDocument/2006/relationships/image" Target="../media/image55.sv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5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svg"/><Relationship Id="rId2" Type="http://schemas.openxmlformats.org/officeDocument/2006/relationships/image" Target="../media/image56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f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9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8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7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9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8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7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9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8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7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7.png"/><Relationship Id="rId7" Type="http://schemas.openxmlformats.org/officeDocument/2006/relationships/image" Target="../media/image7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81.png"/><Relationship Id="rId3" Type="http://schemas.openxmlformats.org/officeDocument/2006/relationships/image" Target="../media/image87.png"/><Relationship Id="rId7" Type="http://schemas.openxmlformats.org/officeDocument/2006/relationships/image" Target="../media/image79.png"/><Relationship Id="rId12" Type="http://schemas.openxmlformats.org/officeDocument/2006/relationships/image" Target="../media/image88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74.png"/><Relationship Id="rId5" Type="http://schemas.openxmlformats.org/officeDocument/2006/relationships/image" Target="../media/image77.png"/><Relationship Id="rId10" Type="http://schemas.openxmlformats.org/officeDocument/2006/relationships/image" Target="../media/image73.png"/><Relationship Id="rId4" Type="http://schemas.openxmlformats.org/officeDocument/2006/relationships/image" Target="../media/image76.png"/><Relationship Id="rId9" Type="http://schemas.openxmlformats.org/officeDocument/2006/relationships/image" Target="../media/image82.png"/><Relationship Id="rId1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82F00B-7B9E-41E1-B8E5-FD78ED48E1B8}"/>
              </a:ext>
            </a:extLst>
          </p:cNvPr>
          <p:cNvGrpSpPr/>
          <p:nvPr/>
        </p:nvGrpSpPr>
        <p:grpSpPr>
          <a:xfrm>
            <a:off x="5496390" y="800745"/>
            <a:ext cx="3809568" cy="5398231"/>
            <a:chOff x="5496390" y="800745"/>
            <a:chExt cx="3809568" cy="539823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2A308E3-423D-46C1-A3C9-7CA80CD28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72332" y="3209626"/>
              <a:ext cx="270000" cy="36000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769D823-F33F-4B0F-A9D2-D4A151A56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43862" y="1407573"/>
              <a:ext cx="270000" cy="36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DC91E6-5B21-41B1-9098-9462537124FD}"/>
                </a:ext>
              </a:extLst>
            </p:cNvPr>
            <p:cNvSpPr txBox="1"/>
            <p:nvPr/>
          </p:nvSpPr>
          <p:spPr>
            <a:xfrm>
              <a:off x="6103402" y="1417010"/>
              <a:ext cx="1368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README.md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FAA0C4-86B4-4067-AF47-360D4A6E679F}"/>
                </a:ext>
              </a:extLst>
            </p:cNvPr>
            <p:cNvSpPr txBox="1"/>
            <p:nvPr/>
          </p:nvSpPr>
          <p:spPr>
            <a:xfrm>
              <a:off x="5982390" y="872940"/>
              <a:ext cx="16718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exampleProject</a:t>
              </a:r>
              <a:endParaRPr lang="en-GB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D5CC19-DD79-433A-98BC-152AD33D8471}"/>
                </a:ext>
              </a:extLst>
            </p:cNvPr>
            <p:cNvSpPr txBox="1"/>
            <p:nvPr/>
          </p:nvSpPr>
          <p:spPr>
            <a:xfrm>
              <a:off x="6245444" y="1950708"/>
              <a:ext cx="620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data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19E399-F4B8-49E9-989B-CCD053F18C31}"/>
                </a:ext>
              </a:extLst>
            </p:cNvPr>
            <p:cNvSpPr txBox="1"/>
            <p:nvPr/>
          </p:nvSpPr>
          <p:spPr>
            <a:xfrm>
              <a:off x="6395994" y="2367056"/>
              <a:ext cx="2909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2023-04-20_temperature.csv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D4E313-6F77-4CE3-9BAA-EEA1C348E8F2}"/>
                </a:ext>
              </a:extLst>
            </p:cNvPr>
            <p:cNvSpPr txBox="1"/>
            <p:nvPr/>
          </p:nvSpPr>
          <p:spPr>
            <a:xfrm>
              <a:off x="6403376" y="3218032"/>
              <a:ext cx="1307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report.qmd</a:t>
              </a:r>
              <a:endParaRPr lang="en-GB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5C078D-F8C2-47ED-9B7B-55745CA85EA4}"/>
                </a:ext>
              </a:extLst>
            </p:cNvPr>
            <p:cNvSpPr txBox="1"/>
            <p:nvPr/>
          </p:nvSpPr>
          <p:spPr>
            <a:xfrm>
              <a:off x="6442332" y="5829644"/>
              <a:ext cx="1401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a_function.R</a:t>
              </a:r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53016F-B674-461B-AF4D-CA922FAAE909}"/>
                </a:ext>
              </a:extLst>
            </p:cNvPr>
            <p:cNvSpPr txBox="1"/>
            <p:nvPr/>
          </p:nvSpPr>
          <p:spPr>
            <a:xfrm>
              <a:off x="6468089" y="4511058"/>
              <a:ext cx="194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01_prepare-data.R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DD2684-B739-4769-AAFF-E318AFE65FB1}"/>
                </a:ext>
              </a:extLst>
            </p:cNvPr>
            <p:cNvSpPr txBox="1"/>
            <p:nvPr/>
          </p:nvSpPr>
          <p:spPr>
            <a:xfrm>
              <a:off x="6465313" y="4933160"/>
              <a:ext cx="1093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02_PCA.R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8E01AEE-ACE9-4235-AB2C-5FAA01E12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96390" y="800745"/>
              <a:ext cx="486000" cy="432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BF067A1-69F9-4D46-92F2-239CE41EA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72332" y="2366264"/>
              <a:ext cx="270000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672D5E-6A63-4180-BFB2-01689FAC1B4A}"/>
                </a:ext>
              </a:extLst>
            </p:cNvPr>
            <p:cNvSpPr txBox="1"/>
            <p:nvPr/>
          </p:nvSpPr>
          <p:spPr>
            <a:xfrm>
              <a:off x="6248938" y="2805793"/>
              <a:ext cx="1246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documents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D24DC52E-2590-4E60-AF10-AA0A5C192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72332" y="3643785"/>
              <a:ext cx="270000" cy="360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D6A3D6-BA8F-4E17-9D52-8FA44F1C22D7}"/>
                </a:ext>
              </a:extLst>
            </p:cNvPr>
            <p:cNvSpPr txBox="1"/>
            <p:nvPr/>
          </p:nvSpPr>
          <p:spPr>
            <a:xfrm>
              <a:off x="6414368" y="3638796"/>
              <a:ext cx="1206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notes.docx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AF86B2-C18A-44FC-B0A7-D84E83D0C301}"/>
                </a:ext>
              </a:extLst>
            </p:cNvPr>
            <p:cNvSpPr txBox="1"/>
            <p:nvPr/>
          </p:nvSpPr>
          <p:spPr>
            <a:xfrm>
              <a:off x="6248938" y="4041123"/>
              <a:ext cx="938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analysis</a:t>
              </a: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4F43734A-C2CE-4325-A1D7-9A13F3037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99032" y="4942574"/>
              <a:ext cx="270000" cy="360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CFDDC6F7-F78D-45DC-82EA-119CD4E13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98089" y="4505827"/>
              <a:ext cx="270000" cy="36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F65763-77A8-4B2A-8208-A583AAC9EE4E}"/>
                </a:ext>
              </a:extLst>
            </p:cNvPr>
            <p:cNvSpPr txBox="1"/>
            <p:nvPr/>
          </p:nvSpPr>
          <p:spPr>
            <a:xfrm>
              <a:off x="6221375" y="5394225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R</a:t>
              </a: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0C4FF548-F0AB-4405-AC11-9D49E2762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95313" y="5816993"/>
              <a:ext cx="270000" cy="360000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F376FB4-EE94-4C1D-A160-4E7DEFC37F37}"/>
                </a:ext>
              </a:extLst>
            </p:cNvPr>
            <p:cNvCxnSpPr>
              <a:cxnSpLocks/>
            </p:cNvCxnSpPr>
            <p:nvPr/>
          </p:nvCxnSpPr>
          <p:spPr>
            <a:xfrm>
              <a:off x="5715455" y="1198275"/>
              <a:ext cx="0" cy="43944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2EFC44-6D05-45D3-A107-86D87F9964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9650" y="1601938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CA3E578-34CA-49A6-A56B-1126AB88D7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9163" y="2135910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A046148-B906-41C2-83C1-D27D1C88B1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1261" y="2977485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F400626-E774-4162-B786-2A865E2ACB98}"/>
                </a:ext>
              </a:extLst>
            </p:cNvPr>
            <p:cNvGrpSpPr/>
            <p:nvPr/>
          </p:nvGrpSpPr>
          <p:grpSpPr>
            <a:xfrm>
              <a:off x="6025450" y="2244438"/>
              <a:ext cx="149263" cy="283870"/>
              <a:chOff x="5897995" y="2244438"/>
              <a:chExt cx="149263" cy="28387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D0CC6B7-29E7-466C-AFE4-525AA5BB0F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0943" y="2244438"/>
                <a:ext cx="2758" cy="2838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7656D46-67E0-4A61-AF8F-D95D0CCBB4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97995" y="2524491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C2B5F70-1800-4938-857D-96836719FCC5}"/>
                </a:ext>
              </a:extLst>
            </p:cNvPr>
            <p:cNvGrpSpPr/>
            <p:nvPr/>
          </p:nvGrpSpPr>
          <p:grpSpPr>
            <a:xfrm>
              <a:off x="6034316" y="3120597"/>
              <a:ext cx="156103" cy="744860"/>
              <a:chOff x="5906861" y="3120597"/>
              <a:chExt cx="156103" cy="744860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F7131DD-50CB-47A7-A3E4-CB8CCB5A91A1}"/>
                  </a:ext>
                </a:extLst>
              </p:cNvPr>
              <p:cNvGrpSpPr/>
              <p:nvPr/>
            </p:nvGrpSpPr>
            <p:grpSpPr>
              <a:xfrm>
                <a:off x="5906861" y="3120597"/>
                <a:ext cx="149263" cy="744860"/>
                <a:chOff x="5897995" y="2244438"/>
                <a:chExt cx="149263" cy="744860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1B99879-3774-491F-B775-4E201ACE6D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0943" y="2244438"/>
                  <a:ext cx="7082" cy="7448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8A282607-982B-4467-B6E6-3B4DBEE89D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97995" y="252449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A52579A-CF10-471B-851D-A48352EFD5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13701" y="3849838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946F55F-EDC7-4F72-9781-210B0604FF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9999" y="4241490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24B80F1-91F5-45F9-820B-801AC6C2A2FC}"/>
                </a:ext>
              </a:extLst>
            </p:cNvPr>
            <p:cNvGrpSpPr/>
            <p:nvPr/>
          </p:nvGrpSpPr>
          <p:grpSpPr>
            <a:xfrm>
              <a:off x="6055176" y="4384410"/>
              <a:ext cx="149753" cy="744860"/>
              <a:chOff x="5913211" y="3120597"/>
              <a:chExt cx="149753" cy="74486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5C50BE2-8197-430C-85D2-0E9F7D5DF364}"/>
                  </a:ext>
                </a:extLst>
              </p:cNvPr>
              <p:cNvGrpSpPr/>
              <p:nvPr/>
            </p:nvGrpSpPr>
            <p:grpSpPr>
              <a:xfrm>
                <a:off x="5913211" y="3120597"/>
                <a:ext cx="149263" cy="744860"/>
                <a:chOff x="5904345" y="2244438"/>
                <a:chExt cx="149263" cy="744860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049DA477-CBCA-4126-9491-2410A730A8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0943" y="2244438"/>
                  <a:ext cx="7082" cy="7448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40A52EDB-0D1E-4A59-BD06-325661E59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04345" y="252449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854B042-2F66-4B1A-80A3-94FE4B5646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13701" y="3849838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23CD454-5678-439F-816A-994E0AC246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3476" y="5595872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00DB14C-F267-4C0F-B95D-97FC46265F64}"/>
                </a:ext>
              </a:extLst>
            </p:cNvPr>
            <p:cNvGrpSpPr/>
            <p:nvPr/>
          </p:nvGrpSpPr>
          <p:grpSpPr>
            <a:xfrm>
              <a:off x="6048826" y="5728672"/>
              <a:ext cx="149263" cy="283870"/>
              <a:chOff x="5897995" y="2244438"/>
              <a:chExt cx="149263" cy="283870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C538001-FD20-466E-A53D-67F0A368C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0943" y="2244438"/>
                <a:ext cx="2758" cy="2838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DF474EB-CD69-40FE-BC25-4537368EBA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97995" y="2524491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650C8EB-B1BD-440B-A4E8-97B07D184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63896" y="1948746"/>
              <a:ext cx="405000" cy="360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1801C2C-77CD-4855-82EC-2F1FAE377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63376" y="2797485"/>
              <a:ext cx="405000" cy="3600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FDBDBAF-1E0D-4CF6-A115-4CFB42B9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62412" y="4063631"/>
              <a:ext cx="405000" cy="360000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1374B8D2-1EF1-454A-9044-BE9478AEA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52332" y="5390906"/>
              <a:ext cx="405000" cy="3600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EC52A71-6D11-42B8-B605-6F601D9EE6E8}"/>
              </a:ext>
            </a:extLst>
          </p:cNvPr>
          <p:cNvGrpSpPr/>
          <p:nvPr/>
        </p:nvGrpSpPr>
        <p:grpSpPr>
          <a:xfrm>
            <a:off x="1092813" y="359218"/>
            <a:ext cx="3809568" cy="5885963"/>
            <a:chOff x="1092813" y="359218"/>
            <a:chExt cx="3809568" cy="5885963"/>
          </a:xfrm>
        </p:grpSpPr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564C5AEF-C02D-41C7-A57A-244036A91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8755" y="2768099"/>
              <a:ext cx="270000" cy="360000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C227CEF1-9BD4-4A61-BE42-781E57B0E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0285" y="966046"/>
              <a:ext cx="270000" cy="360000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C0C070C-A1C7-49F5-9B1E-52D647F2800B}"/>
                </a:ext>
              </a:extLst>
            </p:cNvPr>
            <p:cNvSpPr txBox="1"/>
            <p:nvPr/>
          </p:nvSpPr>
          <p:spPr>
            <a:xfrm>
              <a:off x="1699825" y="975483"/>
              <a:ext cx="1368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README.md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0D8CB4-7EE0-423D-BB26-9295A82D1EF0}"/>
                </a:ext>
              </a:extLst>
            </p:cNvPr>
            <p:cNvSpPr txBox="1"/>
            <p:nvPr/>
          </p:nvSpPr>
          <p:spPr>
            <a:xfrm>
              <a:off x="1578813" y="431413"/>
              <a:ext cx="16718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exampleProject</a:t>
              </a:r>
              <a:endParaRPr lang="en-GB" b="1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23A3544-B448-452E-A891-EE60C16772DE}"/>
                </a:ext>
              </a:extLst>
            </p:cNvPr>
            <p:cNvSpPr txBox="1"/>
            <p:nvPr/>
          </p:nvSpPr>
          <p:spPr>
            <a:xfrm>
              <a:off x="1841867" y="1509181"/>
              <a:ext cx="620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data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C727F0E-3E0E-4DCD-A303-01EC8E12C158}"/>
                </a:ext>
              </a:extLst>
            </p:cNvPr>
            <p:cNvSpPr txBox="1"/>
            <p:nvPr/>
          </p:nvSpPr>
          <p:spPr>
            <a:xfrm>
              <a:off x="1992417" y="1925529"/>
              <a:ext cx="2909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2023-04-20_temperature.csv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09DF13D-9CA5-4097-A4D8-6BF2D9A9735F}"/>
                </a:ext>
              </a:extLst>
            </p:cNvPr>
            <p:cNvSpPr txBox="1"/>
            <p:nvPr/>
          </p:nvSpPr>
          <p:spPr>
            <a:xfrm>
              <a:off x="1999799" y="2776505"/>
              <a:ext cx="1307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report.qmd</a:t>
              </a:r>
              <a:endParaRPr lang="en-GB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D7CB4D2-B078-4714-A75C-D94F50CA8EA5}"/>
                </a:ext>
              </a:extLst>
            </p:cNvPr>
            <p:cNvSpPr txBox="1"/>
            <p:nvPr/>
          </p:nvSpPr>
          <p:spPr>
            <a:xfrm>
              <a:off x="2038755" y="5388117"/>
              <a:ext cx="1401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a_function.R</a:t>
              </a:r>
              <a:endParaRPr lang="en-GB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F86347A-54C4-4EEE-A600-8670BDB7D585}"/>
                </a:ext>
              </a:extLst>
            </p:cNvPr>
            <p:cNvSpPr txBox="1"/>
            <p:nvPr/>
          </p:nvSpPr>
          <p:spPr>
            <a:xfrm>
              <a:off x="2064512" y="4069531"/>
              <a:ext cx="194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01_prepare-data.R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DF0E086-845E-4F6D-B27B-BF0C0997124B}"/>
                </a:ext>
              </a:extLst>
            </p:cNvPr>
            <p:cNvSpPr txBox="1"/>
            <p:nvPr/>
          </p:nvSpPr>
          <p:spPr>
            <a:xfrm>
              <a:off x="2061736" y="4491633"/>
              <a:ext cx="1093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02_PCA.R</a:t>
              </a: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78FB5CFB-CCC9-40B3-B9F0-FE6269EA3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68755" y="1924737"/>
              <a:ext cx="270000" cy="360000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4F568A3-FED6-4B74-AC7B-04772CC8087E}"/>
                </a:ext>
              </a:extLst>
            </p:cNvPr>
            <p:cNvSpPr txBox="1"/>
            <p:nvPr/>
          </p:nvSpPr>
          <p:spPr>
            <a:xfrm>
              <a:off x="1845361" y="2364266"/>
              <a:ext cx="1246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documents</a:t>
              </a:r>
            </a:p>
          </p:txBody>
        </p:sp>
        <p:pic>
          <p:nvPicPr>
            <p:cNvPr id="84" name="Graphic 83">
              <a:extLst>
                <a:ext uri="{FF2B5EF4-FFF2-40B4-BE49-F238E27FC236}">
                  <a16:creationId xmlns:a16="http://schemas.microsoft.com/office/drawing/2014/main" id="{562D1873-9EB4-4E14-811B-BAF4F0A17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8755" y="3202258"/>
              <a:ext cx="270000" cy="36000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46C5F1C-E65C-453C-AAD7-AB0DB3401807}"/>
                </a:ext>
              </a:extLst>
            </p:cNvPr>
            <p:cNvSpPr txBox="1"/>
            <p:nvPr/>
          </p:nvSpPr>
          <p:spPr>
            <a:xfrm>
              <a:off x="2010791" y="3197269"/>
              <a:ext cx="1206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notes.docx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0A911F-F22A-4617-981D-0ACD9F4156DC}"/>
                </a:ext>
              </a:extLst>
            </p:cNvPr>
            <p:cNvSpPr txBox="1"/>
            <p:nvPr/>
          </p:nvSpPr>
          <p:spPr>
            <a:xfrm>
              <a:off x="1845361" y="3599596"/>
              <a:ext cx="938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analysis</a:t>
              </a:r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F52D86C1-3B4D-4F4E-AE24-7DA09E83E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95455" y="4501047"/>
              <a:ext cx="270000" cy="360000"/>
            </a:xfrm>
            <a:prstGeom prst="rect">
              <a:avLst/>
            </a:prstGeom>
          </p:spPr>
        </p:pic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43CD328E-6D48-446F-B89E-841412AB7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94512" y="4064300"/>
              <a:ext cx="270000" cy="360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85E6429-853E-4995-9365-5F0ACDE72450}"/>
                </a:ext>
              </a:extLst>
            </p:cNvPr>
            <p:cNvSpPr txBox="1"/>
            <p:nvPr/>
          </p:nvSpPr>
          <p:spPr>
            <a:xfrm>
              <a:off x="1817798" y="4952698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R</a:t>
              </a:r>
            </a:p>
          </p:txBody>
        </p:sp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2CB535E1-23EF-4D3E-93B7-1DA454934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91736" y="5375466"/>
              <a:ext cx="270000" cy="360000"/>
            </a:xfrm>
            <a:prstGeom prst="rect">
              <a:avLst/>
            </a:prstGeom>
          </p:spPr>
        </p:pic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A109C02-9A51-4AF0-97D7-CE72BD593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6761" y="756748"/>
              <a:ext cx="15118" cy="52778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E596D5-3613-472A-A438-FADEF8E9B2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6073" y="1160411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197525F-C47B-4B8E-A4FB-A73F477DBD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5586" y="1694383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A20A2C3-CD9C-43BD-8E3E-8B33DD124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7684" y="2535958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D2710EF-09D5-42B0-A357-686E7BBA79D4}"/>
                </a:ext>
              </a:extLst>
            </p:cNvPr>
            <p:cNvGrpSpPr/>
            <p:nvPr/>
          </p:nvGrpSpPr>
          <p:grpSpPr>
            <a:xfrm>
              <a:off x="1621873" y="1802911"/>
              <a:ext cx="149263" cy="283870"/>
              <a:chOff x="5897995" y="2244438"/>
              <a:chExt cx="149263" cy="283870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DB73DBE-DD90-427C-8329-D67CB0D6C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0943" y="2244438"/>
                <a:ext cx="2758" cy="2838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6D1729D-E200-4769-88E0-4DD14D2E74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97995" y="2524491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7C54489-6DB4-486C-B45A-BDA4DD07A333}"/>
                </a:ext>
              </a:extLst>
            </p:cNvPr>
            <p:cNvGrpSpPr/>
            <p:nvPr/>
          </p:nvGrpSpPr>
          <p:grpSpPr>
            <a:xfrm>
              <a:off x="1630739" y="2679070"/>
              <a:ext cx="156103" cy="744860"/>
              <a:chOff x="5906861" y="3120597"/>
              <a:chExt cx="156103" cy="744860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32279BA-D084-41D0-87D9-86BF6D134CAD}"/>
                  </a:ext>
                </a:extLst>
              </p:cNvPr>
              <p:cNvGrpSpPr/>
              <p:nvPr/>
            </p:nvGrpSpPr>
            <p:grpSpPr>
              <a:xfrm>
                <a:off x="5906861" y="3120597"/>
                <a:ext cx="149263" cy="744860"/>
                <a:chOff x="5897995" y="2244438"/>
                <a:chExt cx="149263" cy="744860"/>
              </a:xfrm>
            </p:grpSpPr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8858250E-25A5-4FAE-B480-B22FBAF69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0943" y="2244438"/>
                  <a:ext cx="7082" cy="7448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380C220C-9AE6-4078-AC74-5797F5B767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97995" y="252449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92A59F1-7C14-4F05-B0DD-CDDBE37C2E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13701" y="3849838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CB0A1BA-E401-4CCC-BC08-628583E322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6422" y="3799963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2A2F2A5-509C-4B33-B29D-FFF591BB4C5E}"/>
                </a:ext>
              </a:extLst>
            </p:cNvPr>
            <p:cNvGrpSpPr/>
            <p:nvPr/>
          </p:nvGrpSpPr>
          <p:grpSpPr>
            <a:xfrm>
              <a:off x="1651599" y="3942883"/>
              <a:ext cx="149753" cy="744860"/>
              <a:chOff x="5913211" y="3120597"/>
              <a:chExt cx="149753" cy="744860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4A5D6A69-0BC0-4942-9CD2-51FC3D66C612}"/>
                  </a:ext>
                </a:extLst>
              </p:cNvPr>
              <p:cNvGrpSpPr/>
              <p:nvPr/>
            </p:nvGrpSpPr>
            <p:grpSpPr>
              <a:xfrm>
                <a:off x="5913211" y="3120597"/>
                <a:ext cx="149263" cy="744860"/>
                <a:chOff x="5904345" y="2244438"/>
                <a:chExt cx="149263" cy="744860"/>
              </a:xfrm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92F3E1B0-BCB6-4C6A-BBC6-74C0D1E4E2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0943" y="2244438"/>
                  <a:ext cx="7082" cy="7448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B4F754D-1DDB-4CD1-B41E-DE2F63BDA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04345" y="252449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0FAF9DB-06B8-4FC3-A013-6740A308FF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13701" y="3849838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8A2E4DB-01DD-4180-89D4-18514D45C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9899" y="5154345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5CD577E-FB40-459A-8FF4-DF6CF881ED87}"/>
                </a:ext>
              </a:extLst>
            </p:cNvPr>
            <p:cNvGrpSpPr/>
            <p:nvPr/>
          </p:nvGrpSpPr>
          <p:grpSpPr>
            <a:xfrm>
              <a:off x="1645249" y="5287145"/>
              <a:ext cx="149263" cy="283870"/>
              <a:chOff x="5897995" y="2244438"/>
              <a:chExt cx="149263" cy="283870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0CCE924-AFA6-4024-BA4B-4DC8E574C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0943" y="2244438"/>
                <a:ext cx="2758" cy="2838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2E572BFC-964B-4789-BE33-113687E2C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97995" y="2524491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8" name="Graphic 117">
              <a:extLst>
                <a:ext uri="{FF2B5EF4-FFF2-40B4-BE49-F238E27FC236}">
                  <a16:creationId xmlns:a16="http://schemas.microsoft.com/office/drawing/2014/main" id="{EF0BC930-9F7A-4714-9860-292E59722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34812" y="5845030"/>
              <a:ext cx="270000" cy="360000"/>
            </a:xfrm>
            <a:prstGeom prst="rect">
              <a:avLst/>
            </a:prstGeom>
          </p:spPr>
        </p:pic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F972DB1-AB3C-4FCE-A7F4-20C4E51BD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7478" y="6028205"/>
              <a:ext cx="149263" cy="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60F2B92-2EFA-4180-A9ED-1757222AA984}"/>
                </a:ext>
              </a:extLst>
            </p:cNvPr>
            <p:cNvSpPr txBox="1"/>
            <p:nvPr/>
          </p:nvSpPr>
          <p:spPr>
            <a:xfrm>
              <a:off x="1706857" y="5875849"/>
              <a:ext cx="219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C00000"/>
                  </a:solidFill>
                </a:rPr>
                <a:t>exampleProject.Rproj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28413A54-ABED-431E-846F-F5922B193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60319" y="1507219"/>
              <a:ext cx="405000" cy="360000"/>
            </a:xfrm>
            <a:prstGeom prst="rect">
              <a:avLst/>
            </a:prstGeom>
          </p:spPr>
        </p:pic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41823E2D-1243-4612-B667-2F0D8030B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92813" y="359218"/>
              <a:ext cx="486000" cy="432000"/>
            </a:xfrm>
            <a:prstGeom prst="rect">
              <a:avLst/>
            </a:prstGeom>
          </p:spPr>
        </p:pic>
        <p:pic>
          <p:nvPicPr>
            <p:cNvPr id="82" name="Graphic 81">
              <a:extLst>
                <a:ext uri="{FF2B5EF4-FFF2-40B4-BE49-F238E27FC236}">
                  <a16:creationId xmlns:a16="http://schemas.microsoft.com/office/drawing/2014/main" id="{5669C9E7-8B16-42F2-AA8C-57C5A1CA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9799" y="2355958"/>
              <a:ext cx="405000" cy="360000"/>
            </a:xfrm>
            <a:prstGeom prst="rect">
              <a:avLst/>
            </a:prstGeom>
          </p:spPr>
        </p:pic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0519D582-8AE4-45F1-AC2E-1C36A83F3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8835" y="3622104"/>
              <a:ext cx="405000" cy="360000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2978C518-9E18-4A95-BE05-DAA902A10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48755" y="4949379"/>
              <a:ext cx="405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1D4F992-6879-4813-8248-9738D2104531}"/>
              </a:ext>
            </a:extLst>
          </p:cNvPr>
          <p:cNvGrpSpPr/>
          <p:nvPr/>
        </p:nvGrpSpPr>
        <p:grpSpPr>
          <a:xfrm>
            <a:off x="1541919" y="0"/>
            <a:ext cx="9304757" cy="6858000"/>
            <a:chOff x="1541919" y="0"/>
            <a:chExt cx="9304757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9617EAC-C64D-4052-AC49-F6479A076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1919" y="0"/>
              <a:ext cx="9108162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1E182C-5B45-43F8-9991-8B887C10D689}"/>
                </a:ext>
              </a:extLst>
            </p:cNvPr>
            <p:cNvSpPr/>
            <p:nvPr/>
          </p:nvSpPr>
          <p:spPr>
            <a:xfrm>
              <a:off x="6653048" y="2743201"/>
              <a:ext cx="3997033" cy="4114799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E520E7-2570-44E9-B370-920687749C34}"/>
                </a:ext>
              </a:extLst>
            </p:cNvPr>
            <p:cNvSpPr txBox="1"/>
            <p:nvPr/>
          </p:nvSpPr>
          <p:spPr>
            <a:xfrm>
              <a:off x="7120759" y="3869576"/>
              <a:ext cx="372591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500" dirty="0">
                  <a:solidFill>
                    <a:srgbClr val="7030A0"/>
                  </a:solidFill>
                </a:rPr>
                <a:t>Files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75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F291D-90DD-4C9E-B829-7CF2421A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23" y="1814287"/>
            <a:ext cx="4867954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1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FF394-8940-42EC-8057-47F9D129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925"/>
          <a:stretch/>
        </p:blipFill>
        <p:spPr>
          <a:xfrm>
            <a:off x="2918969" y="1075997"/>
            <a:ext cx="6354062" cy="136826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8339D60-0A48-481A-860E-2C4C17130DD5}"/>
              </a:ext>
            </a:extLst>
          </p:cNvPr>
          <p:cNvCxnSpPr>
            <a:cxnSpLocks/>
          </p:cNvCxnSpPr>
          <p:nvPr/>
        </p:nvCxnSpPr>
        <p:spPr>
          <a:xfrm flipV="1">
            <a:off x="8572500" y="1495426"/>
            <a:ext cx="466725" cy="72023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80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A33EE-3026-4E02-8601-1EC0AD49D6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285"/>
          <a:stretch/>
        </p:blipFill>
        <p:spPr>
          <a:xfrm>
            <a:off x="3004706" y="163671"/>
            <a:ext cx="6182588" cy="34147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322D57-3865-4D17-A759-F9432BE36FEE}"/>
              </a:ext>
            </a:extLst>
          </p:cNvPr>
          <p:cNvCxnSpPr>
            <a:cxnSpLocks/>
          </p:cNvCxnSpPr>
          <p:nvPr/>
        </p:nvCxnSpPr>
        <p:spPr>
          <a:xfrm flipH="1">
            <a:off x="7277100" y="2695575"/>
            <a:ext cx="130492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10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5FE32-A9F7-45C1-888B-689DC9836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50" y="2728815"/>
            <a:ext cx="3943900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5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28614-80B4-4602-9825-309315B93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333"/>
          <a:stretch/>
        </p:blipFill>
        <p:spPr>
          <a:xfrm>
            <a:off x="2976127" y="170996"/>
            <a:ext cx="6239746" cy="362728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F9668D-FBF4-4F45-844E-8D5ECFBAEABF}"/>
              </a:ext>
            </a:extLst>
          </p:cNvPr>
          <p:cNvCxnSpPr>
            <a:cxnSpLocks/>
          </p:cNvCxnSpPr>
          <p:nvPr/>
        </p:nvCxnSpPr>
        <p:spPr>
          <a:xfrm flipH="1">
            <a:off x="6372225" y="2505075"/>
            <a:ext cx="130492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09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0929D-ABB6-4AC5-B8C1-9B20D06E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36" y="1471339"/>
            <a:ext cx="753532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9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B703E-1DDC-448F-983D-D93AE348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30" y="591079"/>
            <a:ext cx="5725324" cy="29150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BDD65B-CE91-49C7-8175-DEDB9AD0C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899838" y="4141176"/>
            <a:ext cx="5725324" cy="145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3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F2134-D6AC-4EA8-BCFE-B9788575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90" y="194811"/>
            <a:ext cx="6230219" cy="64683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0AD592-A356-47CB-A338-0E21986E23BE}"/>
              </a:ext>
            </a:extLst>
          </p:cNvPr>
          <p:cNvSpPr/>
          <p:nvPr/>
        </p:nvSpPr>
        <p:spPr>
          <a:xfrm>
            <a:off x="4475285" y="2892669"/>
            <a:ext cx="3200400" cy="92319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C6B5B-E64D-4B58-87F7-158E369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986666"/>
            <a:ext cx="9754961" cy="2295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61C165-CB34-4C61-926C-48624A207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626" y="466311"/>
            <a:ext cx="7868748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67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E0D2748-7FA4-4C7F-829E-52BE5F154936}"/>
              </a:ext>
            </a:extLst>
          </p:cNvPr>
          <p:cNvGrpSpPr/>
          <p:nvPr/>
        </p:nvGrpSpPr>
        <p:grpSpPr>
          <a:xfrm>
            <a:off x="890546" y="1645918"/>
            <a:ext cx="10283687" cy="1527290"/>
            <a:chOff x="890546" y="1645918"/>
            <a:chExt cx="10283687" cy="15272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EFA3E89-E855-418A-8945-E183823E5B5F}"/>
                </a:ext>
              </a:extLst>
            </p:cNvPr>
            <p:cNvSpPr/>
            <p:nvPr/>
          </p:nvSpPr>
          <p:spPr>
            <a:xfrm>
              <a:off x="890546" y="1645920"/>
              <a:ext cx="3124863" cy="930303"/>
            </a:xfrm>
            <a:prstGeom prst="roundRect">
              <a:avLst/>
            </a:prstGeom>
            <a:noFill/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1. Data management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A9D7A22-953E-415D-AB30-886AE067B424}"/>
                </a:ext>
              </a:extLst>
            </p:cNvPr>
            <p:cNvSpPr/>
            <p:nvPr/>
          </p:nvSpPr>
          <p:spPr>
            <a:xfrm>
              <a:off x="4469958" y="1645919"/>
              <a:ext cx="3124863" cy="930303"/>
            </a:xfrm>
            <a:prstGeom prst="roundRect">
              <a:avLst/>
            </a:prstGeom>
            <a:noFill/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2. Data analysis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7064946-9027-4F14-A559-CC08ADFA557C}"/>
                </a:ext>
              </a:extLst>
            </p:cNvPr>
            <p:cNvSpPr/>
            <p:nvPr/>
          </p:nvSpPr>
          <p:spPr>
            <a:xfrm>
              <a:off x="8049370" y="1645918"/>
              <a:ext cx="3124863" cy="930303"/>
            </a:xfrm>
            <a:prstGeom prst="roundRect">
              <a:avLst/>
            </a:prstGeom>
            <a:noFill/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3. Report/Publication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4344D6A-B460-416D-A02C-B1A8E57DDCB8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V="1">
              <a:off x="4015409" y="2111071"/>
              <a:ext cx="454549" cy="1"/>
            </a:xfrm>
            <a:prstGeom prst="straightConnector1">
              <a:avLst/>
            </a:prstGeom>
            <a:ln w="5715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15EE541-3D97-492B-9777-A145BD822605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7594821" y="2111070"/>
              <a:ext cx="454549" cy="1"/>
            </a:xfrm>
            <a:prstGeom prst="straightConnector1">
              <a:avLst/>
            </a:prstGeom>
            <a:ln w="5715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27463E-97CA-4EE5-825D-0E6E2686C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5997" y="2705208"/>
              <a:ext cx="1264183" cy="46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BED200C-DD24-44A6-9846-204863D180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72" t="10729" r="17731" b="13310"/>
            <a:stretch/>
          </p:blipFill>
          <p:spPr>
            <a:xfrm>
              <a:off x="4469958" y="2705208"/>
              <a:ext cx="512493" cy="46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36A6F7-4612-4860-A6CA-DBC67F6EC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8810" y="2705208"/>
              <a:ext cx="469785" cy="468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07395446-5B56-4770-A72E-1C301751D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73051" y="2705208"/>
              <a:ext cx="503034" cy="468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6829BF05-48E9-4EF3-A3D6-1C76D82BA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0546" y="2705208"/>
              <a:ext cx="503155" cy="468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82E56674-BBF2-4F98-8FB9-527843312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490059" y="2705208"/>
              <a:ext cx="503113" cy="46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018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6BB2D46-7EB7-46BB-BB5C-80AD76D519E2}"/>
              </a:ext>
            </a:extLst>
          </p:cNvPr>
          <p:cNvGrpSpPr/>
          <p:nvPr/>
        </p:nvGrpSpPr>
        <p:grpSpPr>
          <a:xfrm>
            <a:off x="890546" y="1484704"/>
            <a:ext cx="10283687" cy="1598610"/>
            <a:chOff x="890546" y="1484704"/>
            <a:chExt cx="10283687" cy="15986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0D2748-7FA4-4C7F-829E-52BE5F154936}"/>
                </a:ext>
              </a:extLst>
            </p:cNvPr>
            <p:cNvGrpSpPr/>
            <p:nvPr/>
          </p:nvGrpSpPr>
          <p:grpSpPr>
            <a:xfrm>
              <a:off x="890546" y="1645918"/>
              <a:ext cx="10283687" cy="930305"/>
              <a:chOff x="890546" y="1645918"/>
              <a:chExt cx="10283687" cy="930305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EFA3E89-E855-418A-8945-E183823E5B5F}"/>
                  </a:ext>
                </a:extLst>
              </p:cNvPr>
              <p:cNvSpPr/>
              <p:nvPr/>
            </p:nvSpPr>
            <p:spPr>
              <a:xfrm>
                <a:off x="890546" y="1645920"/>
                <a:ext cx="3124863" cy="930303"/>
              </a:xfrm>
              <a:prstGeom prst="roundRect">
                <a:avLst/>
              </a:prstGeom>
              <a:noFill/>
              <a:ln>
                <a:solidFill>
                  <a:srgbClr val="8839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/>
                    </a:solidFill>
                  </a:rPr>
                  <a:t>1. Data management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A9D7A22-953E-415D-AB30-886AE067B424}"/>
                  </a:ext>
                </a:extLst>
              </p:cNvPr>
              <p:cNvSpPr/>
              <p:nvPr/>
            </p:nvSpPr>
            <p:spPr>
              <a:xfrm>
                <a:off x="4469958" y="1645919"/>
                <a:ext cx="3124863" cy="930303"/>
              </a:xfrm>
              <a:prstGeom prst="roundRect">
                <a:avLst/>
              </a:prstGeom>
              <a:noFill/>
              <a:ln>
                <a:solidFill>
                  <a:srgbClr val="8839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/>
                    </a:solidFill>
                  </a:rPr>
                  <a:t>2. Data analysis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7064946-9027-4F14-A559-CC08ADFA557C}"/>
                  </a:ext>
                </a:extLst>
              </p:cNvPr>
              <p:cNvSpPr/>
              <p:nvPr/>
            </p:nvSpPr>
            <p:spPr>
              <a:xfrm>
                <a:off x="8049370" y="1645918"/>
                <a:ext cx="3124863" cy="930303"/>
              </a:xfrm>
              <a:prstGeom prst="roundRect">
                <a:avLst/>
              </a:prstGeom>
              <a:noFill/>
              <a:ln>
                <a:solidFill>
                  <a:srgbClr val="8839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/>
                    </a:solidFill>
                  </a:rPr>
                  <a:t>3. Report/Publication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64344D6A-B460-416D-A02C-B1A8E57DDCB8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 flipV="1">
                <a:off x="4015409" y="2111071"/>
                <a:ext cx="454549" cy="1"/>
              </a:xfrm>
              <a:prstGeom prst="straightConnector1">
                <a:avLst/>
              </a:prstGeom>
              <a:ln w="57150">
                <a:solidFill>
                  <a:srgbClr val="88398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15EE541-3D97-492B-9777-A145BD822605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 flipV="1">
                <a:off x="7594821" y="2111070"/>
                <a:ext cx="454549" cy="1"/>
              </a:xfrm>
              <a:prstGeom prst="straightConnector1">
                <a:avLst/>
              </a:prstGeom>
              <a:ln w="57150">
                <a:solidFill>
                  <a:srgbClr val="88398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C83F93-BD55-4D62-A9ED-12E26025A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0272" y="1484704"/>
              <a:ext cx="1255811" cy="12527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F2F65D-67A7-4948-B7CD-A43695BE49AB}"/>
                </a:ext>
              </a:extLst>
            </p:cNvPr>
            <p:cNvSpPr txBox="1"/>
            <p:nvPr/>
          </p:nvSpPr>
          <p:spPr>
            <a:xfrm>
              <a:off x="7376822" y="2713982"/>
              <a:ext cx="890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Quarto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0912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D81A42C-D54C-4FD3-A979-4827A392F112}"/>
              </a:ext>
            </a:extLst>
          </p:cNvPr>
          <p:cNvGrpSpPr/>
          <p:nvPr/>
        </p:nvGrpSpPr>
        <p:grpSpPr>
          <a:xfrm>
            <a:off x="1128019" y="561575"/>
            <a:ext cx="9935962" cy="5734850"/>
            <a:chOff x="1128019" y="561575"/>
            <a:chExt cx="9935962" cy="57348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4EAE877-2049-41D9-8F15-09C3A8DE0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019" y="561575"/>
              <a:ext cx="9935962" cy="573485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2CE4217-D1D6-45D5-BC29-B91B9B2B43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5279" y="861646"/>
              <a:ext cx="448406" cy="624255"/>
            </a:xfrm>
            <a:prstGeom prst="straightConnector1">
              <a:avLst/>
            </a:prstGeom>
            <a:ln w="762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4941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6370A266-E303-49E3-8B3B-24843ED07002}"/>
              </a:ext>
            </a:extLst>
          </p:cNvPr>
          <p:cNvGrpSpPr/>
          <p:nvPr/>
        </p:nvGrpSpPr>
        <p:grpSpPr>
          <a:xfrm>
            <a:off x="1581521" y="991035"/>
            <a:ext cx="3630849" cy="1018617"/>
            <a:chOff x="1581521" y="991035"/>
            <a:chExt cx="3630849" cy="101861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0BD6B78-016E-4F7F-9E03-0B3D9E739D9B}"/>
                </a:ext>
              </a:extLst>
            </p:cNvPr>
            <p:cNvSpPr/>
            <p:nvPr/>
          </p:nvSpPr>
          <p:spPr>
            <a:xfrm>
              <a:off x="1801214" y="991035"/>
              <a:ext cx="546265" cy="54626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BB8D4A3-F838-4F5C-8973-165103DB5A16}"/>
                </a:ext>
              </a:extLst>
            </p:cNvPr>
            <p:cNvSpPr/>
            <p:nvPr/>
          </p:nvSpPr>
          <p:spPr>
            <a:xfrm>
              <a:off x="1581521" y="1309008"/>
              <a:ext cx="985652" cy="7006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88398A"/>
                  </a:solidFill>
                </a:rPr>
                <a:t>&lt;/&gt;</a:t>
              </a:r>
              <a:endParaRPr lang="en-GB" dirty="0">
                <a:solidFill>
                  <a:srgbClr val="88398A"/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613F36-6651-4A67-A9FF-FC7633DE049B}"/>
                </a:ext>
              </a:extLst>
            </p:cNvPr>
            <p:cNvSpPr/>
            <p:nvPr/>
          </p:nvSpPr>
          <p:spPr>
            <a:xfrm>
              <a:off x="1910752" y="1154626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890194-0C40-4C2C-A95F-201ED039F587}"/>
                </a:ext>
              </a:extLst>
            </p:cNvPr>
            <p:cNvSpPr/>
            <p:nvPr/>
          </p:nvSpPr>
          <p:spPr>
            <a:xfrm>
              <a:off x="1935259" y="1203641"/>
              <a:ext cx="71718" cy="71718"/>
            </a:xfrm>
            <a:prstGeom prst="ellipse">
              <a:avLst/>
            </a:prstGeom>
            <a:solidFill>
              <a:srgbClr val="88398A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A19DF4-A44E-49E9-BEFB-E9FDCCEF9FD0}"/>
                </a:ext>
              </a:extLst>
            </p:cNvPr>
            <p:cNvSpPr/>
            <p:nvPr/>
          </p:nvSpPr>
          <p:spPr>
            <a:xfrm>
              <a:off x="2116516" y="1154626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F2E9CD-FBA4-4886-B147-15A0959EF4B5}"/>
                </a:ext>
              </a:extLst>
            </p:cNvPr>
            <p:cNvSpPr/>
            <p:nvPr/>
          </p:nvSpPr>
          <p:spPr>
            <a:xfrm>
              <a:off x="2141023" y="1203641"/>
              <a:ext cx="71718" cy="71718"/>
            </a:xfrm>
            <a:prstGeom prst="ellipse">
              <a:avLst/>
            </a:prstGeom>
            <a:solidFill>
              <a:srgbClr val="88398A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DE799F9-70A9-46A9-BA3A-0268BB1F01B2}"/>
                </a:ext>
              </a:extLst>
            </p:cNvPr>
            <p:cNvCxnSpPr/>
            <p:nvPr/>
          </p:nvCxnSpPr>
          <p:spPr>
            <a:xfrm>
              <a:off x="2819400" y="1669256"/>
              <a:ext cx="1135856" cy="0"/>
            </a:xfrm>
            <a:prstGeom prst="straightConnector1">
              <a:avLst/>
            </a:prstGeom>
            <a:ln w="381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Graphic 12" descr="Hourglass Finished with solid fill">
              <a:extLst>
                <a:ext uri="{FF2B5EF4-FFF2-40B4-BE49-F238E27FC236}">
                  <a16:creationId xmlns:a16="http://schemas.microsoft.com/office/drawing/2014/main" id="{D917E070-0E1F-4BFA-9335-92A7B2DCC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71684" y="1203641"/>
              <a:ext cx="412096" cy="412096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E286EC-25E0-48FC-933C-A5F683A429D7}"/>
                </a:ext>
              </a:extLst>
            </p:cNvPr>
            <p:cNvSpPr/>
            <p:nvPr/>
          </p:nvSpPr>
          <p:spPr>
            <a:xfrm>
              <a:off x="4446411" y="991035"/>
              <a:ext cx="546265" cy="54626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4AC8B07-6143-4BED-BE43-7C2584B81026}"/>
                </a:ext>
              </a:extLst>
            </p:cNvPr>
            <p:cNvSpPr/>
            <p:nvPr/>
          </p:nvSpPr>
          <p:spPr>
            <a:xfrm>
              <a:off x="4226718" y="1309008"/>
              <a:ext cx="985652" cy="7006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88398A"/>
                  </a:solidFill>
                </a:rPr>
                <a:t>?!</a:t>
              </a:r>
              <a:endParaRPr lang="en-GB" dirty="0">
                <a:solidFill>
                  <a:srgbClr val="88398A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5324DE-6C4A-4F71-92C3-5B2EC3AE6958}"/>
                </a:ext>
              </a:extLst>
            </p:cNvPr>
            <p:cNvSpPr/>
            <p:nvPr/>
          </p:nvSpPr>
          <p:spPr>
            <a:xfrm>
              <a:off x="4555949" y="1154626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0723AEC-4C6A-4D3F-BA8A-541687359A75}"/>
                </a:ext>
              </a:extLst>
            </p:cNvPr>
            <p:cNvSpPr/>
            <p:nvPr/>
          </p:nvSpPr>
          <p:spPr>
            <a:xfrm>
              <a:off x="4580456" y="1203641"/>
              <a:ext cx="71718" cy="71718"/>
            </a:xfrm>
            <a:prstGeom prst="ellipse">
              <a:avLst/>
            </a:prstGeom>
            <a:solidFill>
              <a:srgbClr val="88398A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9AF330C-95EF-415A-BB07-D44E66392637}"/>
                </a:ext>
              </a:extLst>
            </p:cNvPr>
            <p:cNvSpPr/>
            <p:nvPr/>
          </p:nvSpPr>
          <p:spPr>
            <a:xfrm>
              <a:off x="4761713" y="1154626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48293C4-7B20-4DF3-A544-9EAECD9861EF}"/>
                </a:ext>
              </a:extLst>
            </p:cNvPr>
            <p:cNvSpPr/>
            <p:nvPr/>
          </p:nvSpPr>
          <p:spPr>
            <a:xfrm>
              <a:off x="4786220" y="1203641"/>
              <a:ext cx="71718" cy="71718"/>
            </a:xfrm>
            <a:prstGeom prst="ellipse">
              <a:avLst/>
            </a:prstGeom>
            <a:solidFill>
              <a:srgbClr val="88398A"/>
            </a:solidFill>
            <a:ln>
              <a:solidFill>
                <a:srgbClr val="88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ECCF78A-F8D2-49F9-86A8-527D2EC227C5}"/>
                </a:ext>
              </a:extLst>
            </p:cNvPr>
            <p:cNvCxnSpPr>
              <a:cxnSpLocks/>
            </p:cNvCxnSpPr>
            <p:nvPr/>
          </p:nvCxnSpPr>
          <p:spPr>
            <a:xfrm>
              <a:off x="4577038" y="1064560"/>
              <a:ext cx="99644" cy="85636"/>
            </a:xfrm>
            <a:prstGeom prst="line">
              <a:avLst/>
            </a:prstGeom>
            <a:ln w="19050">
              <a:solidFill>
                <a:srgbClr val="8839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39A3AFE-C092-4EBD-9625-0175024DC1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2132" y="1068248"/>
              <a:ext cx="92128" cy="86378"/>
            </a:xfrm>
            <a:prstGeom prst="line">
              <a:avLst/>
            </a:prstGeom>
            <a:ln w="19050">
              <a:solidFill>
                <a:srgbClr val="8839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6B160A-4B32-4FA2-B85C-DDDF5D138597}"/>
              </a:ext>
            </a:extLst>
          </p:cNvPr>
          <p:cNvGrpSpPr/>
          <p:nvPr/>
        </p:nvGrpSpPr>
        <p:grpSpPr>
          <a:xfrm>
            <a:off x="815489" y="3422743"/>
            <a:ext cx="5261329" cy="1378929"/>
            <a:chOff x="815489" y="3422743"/>
            <a:chExt cx="5261329" cy="137892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CA6BAF-FBF7-47D5-8719-386F15673103}"/>
                </a:ext>
              </a:extLst>
            </p:cNvPr>
            <p:cNvSpPr txBox="1"/>
            <p:nvPr/>
          </p:nvSpPr>
          <p:spPr>
            <a:xfrm>
              <a:off x="815489" y="3876450"/>
              <a:ext cx="11482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err="1"/>
                <a:t>Nice_code.R</a:t>
              </a:r>
              <a:endParaRPr lang="en-GB" sz="1200" dirty="0"/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16187638-92AA-4C09-90F9-052FF7945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65521" y="3648075"/>
              <a:ext cx="216000" cy="288000"/>
            </a:xfrm>
            <a:prstGeom prst="rect">
              <a:avLst/>
            </a:prstGeom>
          </p:spPr>
        </p:pic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A1505C6-64E2-44A5-ADD0-17206D6B6406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1963697" y="4014950"/>
              <a:ext cx="998578" cy="46166"/>
            </a:xfrm>
            <a:prstGeom prst="straightConnector1">
              <a:avLst/>
            </a:prstGeom>
            <a:ln w="381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phic 48" descr="Users with solid fill">
              <a:extLst>
                <a:ext uri="{FF2B5EF4-FFF2-40B4-BE49-F238E27FC236}">
                  <a16:creationId xmlns:a16="http://schemas.microsoft.com/office/drawing/2014/main" id="{9FF69987-470E-4000-A146-40A7861F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0856" y="3562350"/>
              <a:ext cx="914400" cy="914400"/>
            </a:xfrm>
            <a:prstGeom prst="rect">
              <a:avLst/>
            </a:prstGeom>
          </p:spPr>
        </p:pic>
        <p:pic>
          <p:nvPicPr>
            <p:cNvPr id="52" name="Graphic 51" descr="Email with solid fill">
              <a:extLst>
                <a:ext uri="{FF2B5EF4-FFF2-40B4-BE49-F238E27FC236}">
                  <a16:creationId xmlns:a16="http://schemas.microsoft.com/office/drawing/2014/main" id="{07AEADB1-B87D-4445-AADE-61545832E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56153" y="3720721"/>
              <a:ext cx="263247" cy="263247"/>
            </a:xfrm>
            <a:prstGeom prst="rect">
              <a:avLst/>
            </a:prstGeom>
          </p:spPr>
        </p:pic>
        <p:pic>
          <p:nvPicPr>
            <p:cNvPr id="54" name="Graphic 53" descr="Cloud with solid fill">
              <a:extLst>
                <a:ext uri="{FF2B5EF4-FFF2-40B4-BE49-F238E27FC236}">
                  <a16:creationId xmlns:a16="http://schemas.microsoft.com/office/drawing/2014/main" id="{671B0861-BEF0-4492-963A-B6EA578B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56503" y="3749681"/>
              <a:ext cx="253537" cy="253537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21DA5EA-6B07-4039-ABC2-173818811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841" y="3600450"/>
              <a:ext cx="543959" cy="473657"/>
            </a:xfrm>
            <a:prstGeom prst="straightConnector1">
              <a:avLst/>
            </a:prstGeom>
            <a:ln w="381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90732ED-1568-442D-8908-34762D167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841" y="4112207"/>
              <a:ext cx="681979" cy="1"/>
            </a:xfrm>
            <a:prstGeom prst="straightConnector1">
              <a:avLst/>
            </a:prstGeom>
            <a:ln w="381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A797761-2AE7-4F9C-AF07-85068E951B08}"/>
                </a:ext>
              </a:extLst>
            </p:cNvPr>
            <p:cNvCxnSpPr>
              <a:cxnSpLocks/>
            </p:cNvCxnSpPr>
            <p:nvPr/>
          </p:nvCxnSpPr>
          <p:spPr>
            <a:xfrm>
              <a:off x="3951841" y="4150308"/>
              <a:ext cx="604108" cy="407405"/>
            </a:xfrm>
            <a:prstGeom prst="straightConnector1">
              <a:avLst/>
            </a:prstGeom>
            <a:ln w="38100">
              <a:solidFill>
                <a:srgbClr val="88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66B9F3-E6B7-47E3-BABE-3B8CF7D9DFF0}"/>
                </a:ext>
              </a:extLst>
            </p:cNvPr>
            <p:cNvSpPr txBox="1"/>
            <p:nvPr/>
          </p:nvSpPr>
          <p:spPr>
            <a:xfrm>
              <a:off x="4724440" y="3422743"/>
              <a:ext cx="12905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Nice_code_2.R</a:t>
              </a:r>
              <a:endParaRPr lang="en-GB" sz="12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0193E6C1-6DA4-486C-A49C-2102E379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41007" y="3466875"/>
              <a:ext cx="216000" cy="288000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4A43785-FB37-446B-8379-34C01B1FD7B7}"/>
                </a:ext>
              </a:extLst>
            </p:cNvPr>
            <p:cNvSpPr txBox="1"/>
            <p:nvPr/>
          </p:nvSpPr>
          <p:spPr>
            <a:xfrm>
              <a:off x="4866241" y="3926550"/>
              <a:ext cx="110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err="1"/>
                <a:t>Nice_code.R</a:t>
              </a:r>
              <a:endParaRPr lang="en-GB" sz="1200" dirty="0"/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F2B564F2-13B9-460F-8B57-C28ED2639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2808" y="3970682"/>
              <a:ext cx="216000" cy="2880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4BC6C06-0C9A-4699-B26B-E5D6F3E74851}"/>
                </a:ext>
              </a:extLst>
            </p:cNvPr>
            <p:cNvSpPr txBox="1"/>
            <p:nvPr/>
          </p:nvSpPr>
          <p:spPr>
            <a:xfrm>
              <a:off x="4786220" y="4469540"/>
              <a:ext cx="12905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err="1"/>
                <a:t>Nice_code.R</a:t>
              </a:r>
              <a:endParaRPr lang="en-GB" sz="1200" dirty="0"/>
            </a:p>
          </p:txBody>
        </p:sp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12334F97-1BF4-4B95-B8F2-8717FF8C4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02787" y="4513672"/>
              <a:ext cx="216000" cy="2880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E725892-133A-4465-9015-BBACD258D998}"/>
              </a:ext>
            </a:extLst>
          </p:cNvPr>
          <p:cNvGrpSpPr/>
          <p:nvPr/>
        </p:nvGrpSpPr>
        <p:grpSpPr>
          <a:xfrm>
            <a:off x="5986708" y="904279"/>
            <a:ext cx="3630849" cy="1018617"/>
            <a:chOff x="5506058" y="1767879"/>
            <a:chExt cx="3630849" cy="101861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09BA58F-9ED7-490D-B3F4-955DFB84BDFC}"/>
                </a:ext>
              </a:extLst>
            </p:cNvPr>
            <p:cNvSpPr/>
            <p:nvPr/>
          </p:nvSpPr>
          <p:spPr>
            <a:xfrm>
              <a:off x="5725751" y="1767879"/>
              <a:ext cx="546265" cy="5462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F954C18-E6D2-462B-AE4C-706D049C1657}"/>
                </a:ext>
              </a:extLst>
            </p:cNvPr>
            <p:cNvSpPr/>
            <p:nvPr/>
          </p:nvSpPr>
          <p:spPr>
            <a:xfrm>
              <a:off x="5506058" y="2085852"/>
              <a:ext cx="985652" cy="7006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accent2"/>
                  </a:solidFill>
                </a:rPr>
                <a:t>&lt;/&gt;</a:t>
              </a:r>
              <a:endParaRPr lang="en-GB" b="1" dirty="0">
                <a:solidFill>
                  <a:schemeClr val="accent2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B356C3-909E-49A0-95BC-A5A5A20CE1A7}"/>
                </a:ext>
              </a:extLst>
            </p:cNvPr>
            <p:cNvSpPr/>
            <p:nvPr/>
          </p:nvSpPr>
          <p:spPr>
            <a:xfrm>
              <a:off x="5835289" y="1931470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FB42ECB-1358-43C7-A9DA-559309A60D9B}"/>
                </a:ext>
              </a:extLst>
            </p:cNvPr>
            <p:cNvSpPr/>
            <p:nvPr/>
          </p:nvSpPr>
          <p:spPr>
            <a:xfrm>
              <a:off x="5859796" y="1980485"/>
              <a:ext cx="71718" cy="7171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8F982D4-F3AE-46B3-839A-A4B91235A8C0}"/>
                </a:ext>
              </a:extLst>
            </p:cNvPr>
            <p:cNvSpPr/>
            <p:nvPr/>
          </p:nvSpPr>
          <p:spPr>
            <a:xfrm>
              <a:off x="6041053" y="1931470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9FC66A-7DFD-480F-9424-82BA3AE2638A}"/>
                </a:ext>
              </a:extLst>
            </p:cNvPr>
            <p:cNvSpPr/>
            <p:nvPr/>
          </p:nvSpPr>
          <p:spPr>
            <a:xfrm>
              <a:off x="6065560" y="1980485"/>
              <a:ext cx="71718" cy="7171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CC2F566-9AA8-496F-B6A0-DC4E2F051C8F}"/>
                </a:ext>
              </a:extLst>
            </p:cNvPr>
            <p:cNvCxnSpPr/>
            <p:nvPr/>
          </p:nvCxnSpPr>
          <p:spPr>
            <a:xfrm>
              <a:off x="6743937" y="2446100"/>
              <a:ext cx="1135856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 descr="Hourglass Finished with solid fill">
              <a:extLst>
                <a:ext uri="{FF2B5EF4-FFF2-40B4-BE49-F238E27FC236}">
                  <a16:creationId xmlns:a16="http://schemas.microsoft.com/office/drawing/2014/main" id="{0EB03A77-FEAF-4BBB-8F7A-C629C077F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80347" y="1959274"/>
              <a:ext cx="444435" cy="444435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A666F99-78B3-4DFF-A43B-73FEE405D8A6}"/>
                </a:ext>
              </a:extLst>
            </p:cNvPr>
            <p:cNvSpPr/>
            <p:nvPr/>
          </p:nvSpPr>
          <p:spPr>
            <a:xfrm>
              <a:off x="8370948" y="1767879"/>
              <a:ext cx="546265" cy="5462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827B5FA-0D32-4177-BD84-EBB2AC0AE2BE}"/>
                </a:ext>
              </a:extLst>
            </p:cNvPr>
            <p:cNvSpPr/>
            <p:nvPr/>
          </p:nvSpPr>
          <p:spPr>
            <a:xfrm>
              <a:off x="8151255" y="2085852"/>
              <a:ext cx="985652" cy="7006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accent2"/>
                  </a:solidFill>
                </a:rPr>
                <a:t>?!</a:t>
              </a:r>
              <a:endParaRPr lang="en-GB" b="1" dirty="0">
                <a:solidFill>
                  <a:schemeClr val="accent2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D0BC71-C3C9-44EF-AF77-59EDEDE7763A}"/>
                </a:ext>
              </a:extLst>
            </p:cNvPr>
            <p:cNvSpPr/>
            <p:nvPr/>
          </p:nvSpPr>
          <p:spPr>
            <a:xfrm>
              <a:off x="8480486" y="1931470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EB09FA4-FC8E-4E28-BFCE-CF40DC24B80F}"/>
                </a:ext>
              </a:extLst>
            </p:cNvPr>
            <p:cNvSpPr/>
            <p:nvPr/>
          </p:nvSpPr>
          <p:spPr>
            <a:xfrm>
              <a:off x="8504993" y="1980485"/>
              <a:ext cx="71718" cy="7171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2E68097-1533-4F12-918F-FF7208F3B2A0}"/>
                </a:ext>
              </a:extLst>
            </p:cNvPr>
            <p:cNvSpPr/>
            <p:nvPr/>
          </p:nvSpPr>
          <p:spPr>
            <a:xfrm>
              <a:off x="8686250" y="1931470"/>
              <a:ext cx="120733" cy="120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8F3B4FA-AEAF-4936-9584-70245C13F932}"/>
                </a:ext>
              </a:extLst>
            </p:cNvPr>
            <p:cNvSpPr/>
            <p:nvPr/>
          </p:nvSpPr>
          <p:spPr>
            <a:xfrm>
              <a:off x="8710757" y="1980485"/>
              <a:ext cx="71718" cy="7171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32BF549-7F8D-4FCC-921C-AEE4845C26F8}"/>
                </a:ext>
              </a:extLst>
            </p:cNvPr>
            <p:cNvSpPr/>
            <p:nvPr/>
          </p:nvSpPr>
          <p:spPr>
            <a:xfrm>
              <a:off x="8691849" y="1897821"/>
              <a:ext cx="123115" cy="23916"/>
            </a:xfrm>
            <a:custGeom>
              <a:avLst/>
              <a:gdLst>
                <a:gd name="connsiteX0" fmla="*/ 0 w 200025"/>
                <a:gd name="connsiteY0" fmla="*/ 6031 h 122713"/>
                <a:gd name="connsiteX1" fmla="*/ 138113 w 200025"/>
                <a:gd name="connsiteY1" fmla="*/ 13175 h 122713"/>
                <a:gd name="connsiteX2" fmla="*/ 200025 w 200025"/>
                <a:gd name="connsiteY2" fmla="*/ 122713 h 122713"/>
                <a:gd name="connsiteX0" fmla="*/ 0 w 203970"/>
                <a:gd name="connsiteY0" fmla="*/ 76778 h 112360"/>
                <a:gd name="connsiteX1" fmla="*/ 142058 w 203970"/>
                <a:gd name="connsiteY1" fmla="*/ 2822 h 112360"/>
                <a:gd name="connsiteX2" fmla="*/ 203970 w 203970"/>
                <a:gd name="connsiteY2" fmla="*/ 112360 h 112360"/>
                <a:gd name="connsiteX0" fmla="*/ 0 w 203970"/>
                <a:gd name="connsiteY0" fmla="*/ 22598 h 58180"/>
                <a:gd name="connsiteX1" fmla="*/ 138111 w 203970"/>
                <a:gd name="connsiteY1" fmla="*/ 6571 h 58180"/>
                <a:gd name="connsiteX2" fmla="*/ 203970 w 203970"/>
                <a:gd name="connsiteY2" fmla="*/ 58180 h 5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970" h="58180">
                  <a:moveTo>
                    <a:pt x="0" y="22598"/>
                  </a:moveTo>
                  <a:cubicBezTo>
                    <a:pt x="52388" y="16446"/>
                    <a:pt x="104774" y="-12876"/>
                    <a:pt x="138111" y="6571"/>
                  </a:cubicBezTo>
                  <a:cubicBezTo>
                    <a:pt x="171449" y="26018"/>
                    <a:pt x="189683" y="13134"/>
                    <a:pt x="203970" y="5818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F381DDA-3542-4F10-B6C2-3382FC3E0235}"/>
                </a:ext>
              </a:extLst>
            </p:cNvPr>
            <p:cNvSpPr/>
            <p:nvPr/>
          </p:nvSpPr>
          <p:spPr>
            <a:xfrm>
              <a:off x="8475960" y="1859753"/>
              <a:ext cx="125260" cy="71718"/>
            </a:xfrm>
            <a:custGeom>
              <a:avLst/>
              <a:gdLst>
                <a:gd name="connsiteX0" fmla="*/ 0 w 200025"/>
                <a:gd name="connsiteY0" fmla="*/ 6031 h 122713"/>
                <a:gd name="connsiteX1" fmla="*/ 138113 w 200025"/>
                <a:gd name="connsiteY1" fmla="*/ 13175 h 122713"/>
                <a:gd name="connsiteX2" fmla="*/ 200025 w 200025"/>
                <a:gd name="connsiteY2" fmla="*/ 122713 h 12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025" h="122713">
                  <a:moveTo>
                    <a:pt x="0" y="6031"/>
                  </a:moveTo>
                  <a:cubicBezTo>
                    <a:pt x="52388" y="-121"/>
                    <a:pt x="104776" y="-6272"/>
                    <a:pt x="138113" y="13175"/>
                  </a:cubicBezTo>
                  <a:cubicBezTo>
                    <a:pt x="171451" y="32622"/>
                    <a:pt x="185738" y="77667"/>
                    <a:pt x="200025" y="122713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C4A1AF9-63D2-4C85-B27B-CF305F09F4F1}"/>
                </a:ext>
              </a:extLst>
            </p:cNvPr>
            <p:cNvSpPr/>
            <p:nvPr/>
          </p:nvSpPr>
          <p:spPr>
            <a:xfrm>
              <a:off x="5838853" y="1890730"/>
              <a:ext cx="123115" cy="23916"/>
            </a:xfrm>
            <a:custGeom>
              <a:avLst/>
              <a:gdLst>
                <a:gd name="connsiteX0" fmla="*/ 0 w 200025"/>
                <a:gd name="connsiteY0" fmla="*/ 6031 h 122713"/>
                <a:gd name="connsiteX1" fmla="*/ 138113 w 200025"/>
                <a:gd name="connsiteY1" fmla="*/ 13175 h 122713"/>
                <a:gd name="connsiteX2" fmla="*/ 200025 w 200025"/>
                <a:gd name="connsiteY2" fmla="*/ 122713 h 122713"/>
                <a:gd name="connsiteX0" fmla="*/ 0 w 203970"/>
                <a:gd name="connsiteY0" fmla="*/ 76778 h 112360"/>
                <a:gd name="connsiteX1" fmla="*/ 142058 w 203970"/>
                <a:gd name="connsiteY1" fmla="*/ 2822 h 112360"/>
                <a:gd name="connsiteX2" fmla="*/ 203970 w 203970"/>
                <a:gd name="connsiteY2" fmla="*/ 112360 h 112360"/>
                <a:gd name="connsiteX0" fmla="*/ 0 w 203970"/>
                <a:gd name="connsiteY0" fmla="*/ 22598 h 58180"/>
                <a:gd name="connsiteX1" fmla="*/ 138111 w 203970"/>
                <a:gd name="connsiteY1" fmla="*/ 6571 h 58180"/>
                <a:gd name="connsiteX2" fmla="*/ 203970 w 203970"/>
                <a:gd name="connsiteY2" fmla="*/ 58180 h 5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970" h="58180">
                  <a:moveTo>
                    <a:pt x="0" y="22598"/>
                  </a:moveTo>
                  <a:cubicBezTo>
                    <a:pt x="52388" y="16446"/>
                    <a:pt x="104774" y="-12876"/>
                    <a:pt x="138111" y="6571"/>
                  </a:cubicBezTo>
                  <a:cubicBezTo>
                    <a:pt x="171449" y="26018"/>
                    <a:pt x="189683" y="13134"/>
                    <a:pt x="203970" y="5818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2D28E52-30BB-4471-9C38-549B896EDBDE}"/>
                </a:ext>
              </a:extLst>
            </p:cNvPr>
            <p:cNvSpPr/>
            <p:nvPr/>
          </p:nvSpPr>
          <p:spPr>
            <a:xfrm>
              <a:off x="6046166" y="1897821"/>
              <a:ext cx="123115" cy="23916"/>
            </a:xfrm>
            <a:custGeom>
              <a:avLst/>
              <a:gdLst>
                <a:gd name="connsiteX0" fmla="*/ 0 w 200025"/>
                <a:gd name="connsiteY0" fmla="*/ 6031 h 122713"/>
                <a:gd name="connsiteX1" fmla="*/ 138113 w 200025"/>
                <a:gd name="connsiteY1" fmla="*/ 13175 h 122713"/>
                <a:gd name="connsiteX2" fmla="*/ 200025 w 200025"/>
                <a:gd name="connsiteY2" fmla="*/ 122713 h 122713"/>
                <a:gd name="connsiteX0" fmla="*/ 0 w 203970"/>
                <a:gd name="connsiteY0" fmla="*/ 76778 h 112360"/>
                <a:gd name="connsiteX1" fmla="*/ 142058 w 203970"/>
                <a:gd name="connsiteY1" fmla="*/ 2822 h 112360"/>
                <a:gd name="connsiteX2" fmla="*/ 203970 w 203970"/>
                <a:gd name="connsiteY2" fmla="*/ 112360 h 112360"/>
                <a:gd name="connsiteX0" fmla="*/ 0 w 203970"/>
                <a:gd name="connsiteY0" fmla="*/ 22598 h 58180"/>
                <a:gd name="connsiteX1" fmla="*/ 138111 w 203970"/>
                <a:gd name="connsiteY1" fmla="*/ 6571 h 58180"/>
                <a:gd name="connsiteX2" fmla="*/ 203970 w 203970"/>
                <a:gd name="connsiteY2" fmla="*/ 58180 h 5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970" h="58180">
                  <a:moveTo>
                    <a:pt x="0" y="22598"/>
                  </a:moveTo>
                  <a:cubicBezTo>
                    <a:pt x="52388" y="16446"/>
                    <a:pt x="104774" y="-12876"/>
                    <a:pt x="138111" y="6571"/>
                  </a:cubicBezTo>
                  <a:cubicBezTo>
                    <a:pt x="171449" y="26018"/>
                    <a:pt x="189683" y="13134"/>
                    <a:pt x="203970" y="5818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C59D259-E54F-4A5F-81E5-F8F3584B42A4}"/>
              </a:ext>
            </a:extLst>
          </p:cNvPr>
          <p:cNvGrpSpPr/>
          <p:nvPr/>
        </p:nvGrpSpPr>
        <p:grpSpPr>
          <a:xfrm>
            <a:off x="5967789" y="2133186"/>
            <a:ext cx="3630849" cy="1296468"/>
            <a:chOff x="5967789" y="2133186"/>
            <a:chExt cx="3630849" cy="1296468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9948090-4233-4C72-943F-48C32D3060DA}"/>
                </a:ext>
              </a:extLst>
            </p:cNvPr>
            <p:cNvGrpSpPr/>
            <p:nvPr/>
          </p:nvGrpSpPr>
          <p:grpSpPr>
            <a:xfrm>
              <a:off x="5967789" y="2133186"/>
              <a:ext cx="3630849" cy="1018617"/>
              <a:chOff x="5506058" y="1767879"/>
              <a:chExt cx="3630849" cy="1018617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9ADEA37-84F5-40B9-A0AC-010ABEFC7971}"/>
                  </a:ext>
                </a:extLst>
              </p:cNvPr>
              <p:cNvSpPr/>
              <p:nvPr/>
            </p:nvSpPr>
            <p:spPr>
              <a:xfrm>
                <a:off x="5725751" y="1767879"/>
                <a:ext cx="546265" cy="546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AD025F48-0C2E-4BAE-92A5-AA3336E189B0}"/>
                  </a:ext>
                </a:extLst>
              </p:cNvPr>
              <p:cNvSpPr/>
              <p:nvPr/>
            </p:nvSpPr>
            <p:spPr>
              <a:xfrm>
                <a:off x="5506058" y="2085852"/>
                <a:ext cx="985652" cy="70064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accent2"/>
                    </a:solidFill>
                  </a:rPr>
                  <a:t>&lt;/&gt;</a:t>
                </a:r>
                <a:endParaRPr lang="en-GB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3428D10-BEE7-4A11-93A5-85D7D6DFC2DC}"/>
                  </a:ext>
                </a:extLst>
              </p:cNvPr>
              <p:cNvSpPr/>
              <p:nvPr/>
            </p:nvSpPr>
            <p:spPr>
              <a:xfrm>
                <a:off x="5835289" y="1931470"/>
                <a:ext cx="120733" cy="12073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891285D-3984-49E1-91AB-B19419D2829D}"/>
                  </a:ext>
                </a:extLst>
              </p:cNvPr>
              <p:cNvSpPr/>
              <p:nvPr/>
            </p:nvSpPr>
            <p:spPr>
              <a:xfrm>
                <a:off x="5859796" y="1980485"/>
                <a:ext cx="71718" cy="71718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7E0DFA3-76BC-4082-B1F5-327C1193DF18}"/>
                  </a:ext>
                </a:extLst>
              </p:cNvPr>
              <p:cNvSpPr/>
              <p:nvPr/>
            </p:nvSpPr>
            <p:spPr>
              <a:xfrm>
                <a:off x="6041053" y="1931470"/>
                <a:ext cx="120733" cy="12073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1E7DA55-28B6-4EB8-99B8-28CFAFAE240D}"/>
                  </a:ext>
                </a:extLst>
              </p:cNvPr>
              <p:cNvSpPr/>
              <p:nvPr/>
            </p:nvSpPr>
            <p:spPr>
              <a:xfrm>
                <a:off x="6065560" y="1980485"/>
                <a:ext cx="71718" cy="71718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0710C72D-ECAB-43E7-95A6-D10D79610FAD}"/>
                  </a:ext>
                </a:extLst>
              </p:cNvPr>
              <p:cNvCxnSpPr/>
              <p:nvPr/>
            </p:nvCxnSpPr>
            <p:spPr>
              <a:xfrm>
                <a:off x="6743937" y="2446100"/>
                <a:ext cx="1135856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9" name="Graphic 98" descr="Hourglass Finished with solid fill">
                <a:extLst>
                  <a:ext uri="{FF2B5EF4-FFF2-40B4-BE49-F238E27FC236}">
                    <a16:creationId xmlns:a16="http://schemas.microsoft.com/office/drawing/2014/main" id="{02156E23-F40E-4471-BDA8-DA83B0292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080347" y="1959274"/>
                <a:ext cx="444435" cy="444435"/>
              </a:xfrm>
              <a:prstGeom prst="rect">
                <a:avLst/>
              </a:prstGeom>
            </p:spPr>
          </p:pic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23524EF3-A71C-40A1-9E31-F9F45159B913}"/>
                  </a:ext>
                </a:extLst>
              </p:cNvPr>
              <p:cNvSpPr/>
              <p:nvPr/>
            </p:nvSpPr>
            <p:spPr>
              <a:xfrm>
                <a:off x="8370948" y="1767879"/>
                <a:ext cx="546265" cy="546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ED89F501-8FC7-4C53-8B06-0363F0AE733C}"/>
                  </a:ext>
                </a:extLst>
              </p:cNvPr>
              <p:cNvSpPr/>
              <p:nvPr/>
            </p:nvSpPr>
            <p:spPr>
              <a:xfrm>
                <a:off x="8151255" y="2085852"/>
                <a:ext cx="985652" cy="70064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>
                    <a:solidFill>
                      <a:schemeClr val="accent2"/>
                    </a:solidFill>
                  </a:rPr>
                  <a:t>?!</a:t>
                </a:r>
                <a:endParaRPr lang="en-GB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3E9A99A-4A72-462B-A403-C0DBE8893C64}"/>
                  </a:ext>
                </a:extLst>
              </p:cNvPr>
              <p:cNvSpPr/>
              <p:nvPr/>
            </p:nvSpPr>
            <p:spPr>
              <a:xfrm>
                <a:off x="8480486" y="1931470"/>
                <a:ext cx="120733" cy="12073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E74D43A9-94AA-4345-A7A7-8BF7C08CDAE2}"/>
                  </a:ext>
                </a:extLst>
              </p:cNvPr>
              <p:cNvSpPr/>
              <p:nvPr/>
            </p:nvSpPr>
            <p:spPr>
              <a:xfrm>
                <a:off x="8504993" y="1980485"/>
                <a:ext cx="71718" cy="71718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135B7C4-148C-4F94-A04A-0AA6169BF03A}"/>
                  </a:ext>
                </a:extLst>
              </p:cNvPr>
              <p:cNvSpPr/>
              <p:nvPr/>
            </p:nvSpPr>
            <p:spPr>
              <a:xfrm>
                <a:off x="8686250" y="1931470"/>
                <a:ext cx="120733" cy="12073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CABCC49-73E4-4D71-9E8F-F15AC09109AE}"/>
                  </a:ext>
                </a:extLst>
              </p:cNvPr>
              <p:cNvSpPr/>
              <p:nvPr/>
            </p:nvSpPr>
            <p:spPr>
              <a:xfrm>
                <a:off x="8710757" y="1980485"/>
                <a:ext cx="71718" cy="71718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5FFD7D5-DDB9-40AA-A0B4-809F0F0CE6AE}"/>
                  </a:ext>
                </a:extLst>
              </p:cNvPr>
              <p:cNvSpPr/>
              <p:nvPr/>
            </p:nvSpPr>
            <p:spPr>
              <a:xfrm>
                <a:off x="8691849" y="1897821"/>
                <a:ext cx="123115" cy="23916"/>
              </a:xfrm>
              <a:custGeom>
                <a:avLst/>
                <a:gdLst>
                  <a:gd name="connsiteX0" fmla="*/ 0 w 200025"/>
                  <a:gd name="connsiteY0" fmla="*/ 6031 h 122713"/>
                  <a:gd name="connsiteX1" fmla="*/ 138113 w 200025"/>
                  <a:gd name="connsiteY1" fmla="*/ 13175 h 122713"/>
                  <a:gd name="connsiteX2" fmla="*/ 200025 w 200025"/>
                  <a:gd name="connsiteY2" fmla="*/ 122713 h 122713"/>
                  <a:gd name="connsiteX0" fmla="*/ 0 w 203970"/>
                  <a:gd name="connsiteY0" fmla="*/ 76778 h 112360"/>
                  <a:gd name="connsiteX1" fmla="*/ 142058 w 203970"/>
                  <a:gd name="connsiteY1" fmla="*/ 2822 h 112360"/>
                  <a:gd name="connsiteX2" fmla="*/ 203970 w 203970"/>
                  <a:gd name="connsiteY2" fmla="*/ 112360 h 112360"/>
                  <a:gd name="connsiteX0" fmla="*/ 0 w 203970"/>
                  <a:gd name="connsiteY0" fmla="*/ 22598 h 58180"/>
                  <a:gd name="connsiteX1" fmla="*/ 138111 w 203970"/>
                  <a:gd name="connsiteY1" fmla="*/ 6571 h 58180"/>
                  <a:gd name="connsiteX2" fmla="*/ 203970 w 203970"/>
                  <a:gd name="connsiteY2" fmla="*/ 58180 h 5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970" h="58180">
                    <a:moveTo>
                      <a:pt x="0" y="22598"/>
                    </a:moveTo>
                    <a:cubicBezTo>
                      <a:pt x="52388" y="16446"/>
                      <a:pt x="104774" y="-12876"/>
                      <a:pt x="138111" y="6571"/>
                    </a:cubicBezTo>
                    <a:cubicBezTo>
                      <a:pt x="171449" y="26018"/>
                      <a:pt x="189683" y="13134"/>
                      <a:pt x="203970" y="5818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D6C30008-AA4D-4555-96E7-246539033DDF}"/>
                  </a:ext>
                </a:extLst>
              </p:cNvPr>
              <p:cNvSpPr/>
              <p:nvPr/>
            </p:nvSpPr>
            <p:spPr>
              <a:xfrm>
                <a:off x="8475960" y="1859753"/>
                <a:ext cx="125260" cy="71718"/>
              </a:xfrm>
              <a:custGeom>
                <a:avLst/>
                <a:gdLst>
                  <a:gd name="connsiteX0" fmla="*/ 0 w 200025"/>
                  <a:gd name="connsiteY0" fmla="*/ 6031 h 122713"/>
                  <a:gd name="connsiteX1" fmla="*/ 138113 w 200025"/>
                  <a:gd name="connsiteY1" fmla="*/ 13175 h 122713"/>
                  <a:gd name="connsiteX2" fmla="*/ 200025 w 200025"/>
                  <a:gd name="connsiteY2" fmla="*/ 122713 h 12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0025" h="122713">
                    <a:moveTo>
                      <a:pt x="0" y="6031"/>
                    </a:moveTo>
                    <a:cubicBezTo>
                      <a:pt x="52388" y="-121"/>
                      <a:pt x="104776" y="-6272"/>
                      <a:pt x="138113" y="13175"/>
                    </a:cubicBezTo>
                    <a:cubicBezTo>
                      <a:pt x="171451" y="32622"/>
                      <a:pt x="185738" y="77667"/>
                      <a:pt x="200025" y="122713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AF88D56-D862-4350-91B6-86B828D593E1}"/>
                  </a:ext>
                </a:extLst>
              </p:cNvPr>
              <p:cNvSpPr/>
              <p:nvPr/>
            </p:nvSpPr>
            <p:spPr>
              <a:xfrm>
                <a:off x="5838853" y="1890730"/>
                <a:ext cx="123115" cy="23916"/>
              </a:xfrm>
              <a:custGeom>
                <a:avLst/>
                <a:gdLst>
                  <a:gd name="connsiteX0" fmla="*/ 0 w 200025"/>
                  <a:gd name="connsiteY0" fmla="*/ 6031 h 122713"/>
                  <a:gd name="connsiteX1" fmla="*/ 138113 w 200025"/>
                  <a:gd name="connsiteY1" fmla="*/ 13175 h 122713"/>
                  <a:gd name="connsiteX2" fmla="*/ 200025 w 200025"/>
                  <a:gd name="connsiteY2" fmla="*/ 122713 h 122713"/>
                  <a:gd name="connsiteX0" fmla="*/ 0 w 203970"/>
                  <a:gd name="connsiteY0" fmla="*/ 76778 h 112360"/>
                  <a:gd name="connsiteX1" fmla="*/ 142058 w 203970"/>
                  <a:gd name="connsiteY1" fmla="*/ 2822 h 112360"/>
                  <a:gd name="connsiteX2" fmla="*/ 203970 w 203970"/>
                  <a:gd name="connsiteY2" fmla="*/ 112360 h 112360"/>
                  <a:gd name="connsiteX0" fmla="*/ 0 w 203970"/>
                  <a:gd name="connsiteY0" fmla="*/ 22598 h 58180"/>
                  <a:gd name="connsiteX1" fmla="*/ 138111 w 203970"/>
                  <a:gd name="connsiteY1" fmla="*/ 6571 h 58180"/>
                  <a:gd name="connsiteX2" fmla="*/ 203970 w 203970"/>
                  <a:gd name="connsiteY2" fmla="*/ 58180 h 5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970" h="58180">
                    <a:moveTo>
                      <a:pt x="0" y="22598"/>
                    </a:moveTo>
                    <a:cubicBezTo>
                      <a:pt x="52388" y="16446"/>
                      <a:pt x="104774" y="-12876"/>
                      <a:pt x="138111" y="6571"/>
                    </a:cubicBezTo>
                    <a:cubicBezTo>
                      <a:pt x="171449" y="26018"/>
                      <a:pt x="189683" y="13134"/>
                      <a:pt x="203970" y="5818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8DD65231-5CA8-4AF9-A2F4-938A74849FC6}"/>
                  </a:ext>
                </a:extLst>
              </p:cNvPr>
              <p:cNvSpPr/>
              <p:nvPr/>
            </p:nvSpPr>
            <p:spPr>
              <a:xfrm>
                <a:off x="6046166" y="1897821"/>
                <a:ext cx="123115" cy="23916"/>
              </a:xfrm>
              <a:custGeom>
                <a:avLst/>
                <a:gdLst>
                  <a:gd name="connsiteX0" fmla="*/ 0 w 200025"/>
                  <a:gd name="connsiteY0" fmla="*/ 6031 h 122713"/>
                  <a:gd name="connsiteX1" fmla="*/ 138113 w 200025"/>
                  <a:gd name="connsiteY1" fmla="*/ 13175 h 122713"/>
                  <a:gd name="connsiteX2" fmla="*/ 200025 w 200025"/>
                  <a:gd name="connsiteY2" fmla="*/ 122713 h 122713"/>
                  <a:gd name="connsiteX0" fmla="*/ 0 w 203970"/>
                  <a:gd name="connsiteY0" fmla="*/ 76778 h 112360"/>
                  <a:gd name="connsiteX1" fmla="*/ 142058 w 203970"/>
                  <a:gd name="connsiteY1" fmla="*/ 2822 h 112360"/>
                  <a:gd name="connsiteX2" fmla="*/ 203970 w 203970"/>
                  <a:gd name="connsiteY2" fmla="*/ 112360 h 112360"/>
                  <a:gd name="connsiteX0" fmla="*/ 0 w 203970"/>
                  <a:gd name="connsiteY0" fmla="*/ 22598 h 58180"/>
                  <a:gd name="connsiteX1" fmla="*/ 138111 w 203970"/>
                  <a:gd name="connsiteY1" fmla="*/ 6571 h 58180"/>
                  <a:gd name="connsiteX2" fmla="*/ 203970 w 203970"/>
                  <a:gd name="connsiteY2" fmla="*/ 58180 h 5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970" h="58180">
                    <a:moveTo>
                      <a:pt x="0" y="22598"/>
                    </a:moveTo>
                    <a:cubicBezTo>
                      <a:pt x="52388" y="16446"/>
                      <a:pt x="104774" y="-12876"/>
                      <a:pt x="138111" y="6571"/>
                    </a:cubicBezTo>
                    <a:cubicBezTo>
                      <a:pt x="171449" y="26018"/>
                      <a:pt x="189683" y="13134"/>
                      <a:pt x="203970" y="5818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10" name="Graphic 109" descr="Users with solid fill">
              <a:extLst>
                <a:ext uri="{FF2B5EF4-FFF2-40B4-BE49-F238E27FC236}">
                  <a16:creationId xmlns:a16="http://schemas.microsoft.com/office/drawing/2014/main" id="{CADFB60E-753B-490A-8612-C5956EB78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29015" y="2766229"/>
              <a:ext cx="663425" cy="66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7769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AAE3982-7A12-408D-BE90-4D55B295FB87}"/>
              </a:ext>
            </a:extLst>
          </p:cNvPr>
          <p:cNvGrpSpPr/>
          <p:nvPr/>
        </p:nvGrpSpPr>
        <p:grpSpPr>
          <a:xfrm>
            <a:off x="740920" y="1454572"/>
            <a:ext cx="8454386" cy="2945978"/>
            <a:chOff x="740920" y="1454572"/>
            <a:chExt cx="8454386" cy="2945978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3BCEC7C-D66A-40BC-96D3-13E787B56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511" y="1852648"/>
              <a:ext cx="7932420" cy="13840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0D18E47-4E83-4D8F-8546-74B2C0E6245A}"/>
                </a:ext>
              </a:extLst>
            </p:cNvPr>
            <p:cNvSpPr txBox="1"/>
            <p:nvPr/>
          </p:nvSpPr>
          <p:spPr>
            <a:xfrm>
              <a:off x="740920" y="1454572"/>
              <a:ext cx="3042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Development over time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DE29D7B-5451-41BB-AC6C-4099B531D3DD}"/>
                </a:ext>
              </a:extLst>
            </p:cNvPr>
            <p:cNvGrpSpPr/>
            <p:nvPr/>
          </p:nvGrpSpPr>
          <p:grpSpPr>
            <a:xfrm>
              <a:off x="3156465" y="2527935"/>
              <a:ext cx="1808927" cy="1533299"/>
              <a:chOff x="927441" y="2638456"/>
              <a:chExt cx="1808927" cy="1533299"/>
            </a:xfrm>
          </p:grpSpPr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3903D1BC-52A7-4F19-B701-CFBD311F6A89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182" name="Graphic 181">
                  <a:extLst>
                    <a:ext uri="{FF2B5EF4-FFF2-40B4-BE49-F238E27FC236}">
                      <a16:creationId xmlns:a16="http://schemas.microsoft.com/office/drawing/2014/main" id="{C83F21DF-542A-455F-9D7C-3889717FD6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57169565-14E7-4737-8192-B643BEEC0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78FF79A7-A945-4DB5-BD01-8128F7164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B369F49A-F7B5-4CC7-B5D7-1DE16C62676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6C8F72AB-2A12-4F8E-A988-CB3B44306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6" name="Graphic 195">
                <a:extLst>
                  <a:ext uri="{FF2B5EF4-FFF2-40B4-BE49-F238E27FC236}">
                    <a16:creationId xmlns:a16="http://schemas.microsoft.com/office/drawing/2014/main" id="{EC7976FC-8F37-4FE0-B121-B6CE80EBC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6ABB0E1-73B6-442D-9D5D-A3907FE90073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3B1752DC-F7A4-4A01-B9E5-27C3A8A8862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B1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pic>
            <p:nvPicPr>
              <p:cNvPr id="199" name="Graphic 198">
                <a:extLst>
                  <a:ext uri="{FF2B5EF4-FFF2-40B4-BE49-F238E27FC236}">
                    <a16:creationId xmlns:a16="http://schemas.microsoft.com/office/drawing/2014/main" id="{296C3149-BAF4-44DD-A6FC-3337D4B53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75E0CB5D-83A4-4D4A-B77B-B431BEC5556C}"/>
                </a:ext>
              </a:extLst>
            </p:cNvPr>
            <p:cNvGrpSpPr/>
            <p:nvPr/>
          </p:nvGrpSpPr>
          <p:grpSpPr>
            <a:xfrm>
              <a:off x="1048514" y="2557968"/>
              <a:ext cx="1808927" cy="1533299"/>
              <a:chOff x="927441" y="2638456"/>
              <a:chExt cx="1808927" cy="1533299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F33E0F8C-FDF2-4222-AC8B-19F524CC94C4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210" name="Graphic 209">
                  <a:extLst>
                    <a:ext uri="{FF2B5EF4-FFF2-40B4-BE49-F238E27FC236}">
                      <a16:creationId xmlns:a16="http://schemas.microsoft.com/office/drawing/2014/main" id="{FC4F20BA-A447-4756-A8F5-243AF407D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3269DD90-201F-4D4D-9D2F-65ACBF8A9B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118E7DAD-6D27-432E-9E1D-893109A287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EFD5BA6-3F7B-4990-8C43-A20AFAAD5FD8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2CAD6DE7-6680-40AE-9F90-4BE3E7295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04" name="Graphic 203">
                <a:extLst>
                  <a:ext uri="{FF2B5EF4-FFF2-40B4-BE49-F238E27FC236}">
                    <a16:creationId xmlns:a16="http://schemas.microsoft.com/office/drawing/2014/main" id="{6758007E-EB29-4C46-A06D-8DF86C103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176F1F2-E94E-4B71-B864-17FD25D83BAB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383A796-9F1C-4368-9C9F-87BD31071CE0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</a:t>
                </a:r>
                <a:endParaRPr lang="en-GB" dirty="0"/>
              </a:p>
            </p:txBody>
          </p:sp>
          <p:pic>
            <p:nvPicPr>
              <p:cNvPr id="207" name="Graphic 206">
                <a:extLst>
                  <a:ext uri="{FF2B5EF4-FFF2-40B4-BE49-F238E27FC236}">
                    <a16:creationId xmlns:a16="http://schemas.microsoft.com/office/drawing/2014/main" id="{2275A242-B41C-47EC-9F51-018B49476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8EA0AF2F-2DB5-41DD-9FCE-E07264C00B97}"/>
                </a:ext>
              </a:extLst>
            </p:cNvPr>
            <p:cNvGrpSpPr/>
            <p:nvPr/>
          </p:nvGrpSpPr>
          <p:grpSpPr>
            <a:xfrm>
              <a:off x="5126046" y="2527935"/>
              <a:ext cx="1808927" cy="1533299"/>
              <a:chOff x="927441" y="2638456"/>
              <a:chExt cx="1808927" cy="1533299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5CAB3694-C154-4BAA-BDD4-3B0F92D5E4F5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225" name="Graphic 224">
                  <a:extLst>
                    <a:ext uri="{FF2B5EF4-FFF2-40B4-BE49-F238E27FC236}">
                      <a16:creationId xmlns:a16="http://schemas.microsoft.com/office/drawing/2014/main" id="{02B0E168-B7F7-438E-9192-8E51308A99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0AE4227E-0FE6-4B91-A89F-41653E717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27E4661-13D7-43C0-89A0-6AC33D5B0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EBD3135-0BDC-4C09-80D8-DCCF08F030D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664ED9D-EF4A-42BC-B660-566CAF73A9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19" name="Graphic 218">
                <a:extLst>
                  <a:ext uri="{FF2B5EF4-FFF2-40B4-BE49-F238E27FC236}">
                    <a16:creationId xmlns:a16="http://schemas.microsoft.com/office/drawing/2014/main" id="{B5A1BD2E-D76B-4AB9-BD03-364D071B2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D06B2B9-CE5A-4EA8-9577-C45A6B6D4A5E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A1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E082F979-CF48-473B-9716-66F3EB96B6C5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22" name="Graphic 221">
                <a:extLst>
                  <a:ext uri="{FF2B5EF4-FFF2-40B4-BE49-F238E27FC236}">
                    <a16:creationId xmlns:a16="http://schemas.microsoft.com/office/drawing/2014/main" id="{7931BF14-58AD-4EFD-9D67-38E1729D2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00258954-ACAB-4386-887B-6501430514EC}"/>
                </a:ext>
              </a:extLst>
            </p:cNvPr>
            <p:cNvGrpSpPr/>
            <p:nvPr/>
          </p:nvGrpSpPr>
          <p:grpSpPr>
            <a:xfrm>
              <a:off x="7386379" y="2523303"/>
              <a:ext cx="1808927" cy="1877247"/>
              <a:chOff x="927441" y="2638456"/>
              <a:chExt cx="1808927" cy="1877247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77B727B5-83C3-4A96-AED0-52676B0D46DD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877247"/>
                <a:chOff x="838200" y="4268284"/>
                <a:chExt cx="1797280" cy="1877247"/>
              </a:xfrm>
            </p:grpSpPr>
            <p:pic>
              <p:nvPicPr>
                <p:cNvPr id="240" name="Graphic 239">
                  <a:extLst>
                    <a:ext uri="{FF2B5EF4-FFF2-40B4-BE49-F238E27FC236}">
                      <a16:creationId xmlns:a16="http://schemas.microsoft.com/office/drawing/2014/main" id="{70B0BE82-A277-4C44-B8CC-B16567515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E983A6D8-621B-4BBB-89D2-5AE9593C6F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4221" cy="154998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6C35AF4A-766E-488B-A5C6-747F1E42D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9896BEFA-ACE4-491E-9AA3-F20D90C2A9EF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BF4C1BA-7FF2-49EB-9367-17AA53CB3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34" name="Graphic 233">
                <a:extLst>
                  <a:ext uri="{FF2B5EF4-FFF2-40B4-BE49-F238E27FC236}">
                    <a16:creationId xmlns:a16="http://schemas.microsoft.com/office/drawing/2014/main" id="{A9589362-9A92-4108-A507-A0DDAE4DA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02DED9BD-A0C7-4701-81D9-08174F05365A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A1</a:t>
                </a:r>
                <a:endParaRPr lang="en-GB" dirty="0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3A7F1063-0EC1-4F31-ACE9-116DC986766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37" name="Graphic 236">
                <a:extLst>
                  <a:ext uri="{FF2B5EF4-FFF2-40B4-BE49-F238E27FC236}">
                    <a16:creationId xmlns:a16="http://schemas.microsoft.com/office/drawing/2014/main" id="{5591035F-3487-4834-8CD7-CE0BDB51E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BAE2679-B316-4D8C-8385-FA2B26A4D0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1697" y="3945125"/>
              <a:ext cx="1742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7AFB3CF-D44C-4A2F-BE04-343B95E4D854}"/>
                </a:ext>
              </a:extLst>
            </p:cNvPr>
            <p:cNvSpPr txBox="1"/>
            <p:nvPr/>
          </p:nvSpPr>
          <p:spPr>
            <a:xfrm>
              <a:off x="8005470" y="3780700"/>
              <a:ext cx="1179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88398A"/>
                  </a:solidFill>
                </a:rPr>
                <a:t>C</a:t>
              </a:r>
              <a:endParaRPr lang="en-GB" dirty="0">
                <a:solidFill>
                  <a:srgbClr val="88398A"/>
                </a:solidFill>
              </a:endParaRPr>
            </a:p>
          </p:txBody>
        </p:sp>
        <p:pic>
          <p:nvPicPr>
            <p:cNvPr id="250" name="Graphic 249">
              <a:extLst>
                <a:ext uri="{FF2B5EF4-FFF2-40B4-BE49-F238E27FC236}">
                  <a16:creationId xmlns:a16="http://schemas.microsoft.com/office/drawing/2014/main" id="{DD8865DB-FC25-48BA-B2F5-2C9A9EFAC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711695" y="3809279"/>
              <a:ext cx="216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7409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AAE3982-7A12-408D-BE90-4D55B295FB87}"/>
              </a:ext>
            </a:extLst>
          </p:cNvPr>
          <p:cNvGrpSpPr/>
          <p:nvPr/>
        </p:nvGrpSpPr>
        <p:grpSpPr>
          <a:xfrm>
            <a:off x="740920" y="1454572"/>
            <a:ext cx="10302218" cy="2945978"/>
            <a:chOff x="740920" y="1454572"/>
            <a:chExt cx="10302218" cy="2945978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3BCEC7C-D66A-40BC-96D3-13E787B56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511" y="1852648"/>
              <a:ext cx="7932420" cy="13840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0D18E47-4E83-4D8F-8546-74B2C0E6245A}"/>
                </a:ext>
              </a:extLst>
            </p:cNvPr>
            <p:cNvSpPr txBox="1"/>
            <p:nvPr/>
          </p:nvSpPr>
          <p:spPr>
            <a:xfrm>
              <a:off x="740920" y="1454572"/>
              <a:ext cx="3042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Development over time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079D174-0D31-4CBC-B32F-75BAC5F947F7}"/>
                </a:ext>
              </a:extLst>
            </p:cNvPr>
            <p:cNvGrpSpPr/>
            <p:nvPr/>
          </p:nvGrpSpPr>
          <p:grpSpPr>
            <a:xfrm>
              <a:off x="838511" y="2135041"/>
              <a:ext cx="7932420" cy="395048"/>
              <a:chOff x="838200" y="3632657"/>
              <a:chExt cx="7932420" cy="395048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05C484D1-D908-47E4-9841-545C938F6C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3824503"/>
                <a:ext cx="7932420" cy="4068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082DF698-DAB4-413A-A423-948CDE9F8866}"/>
                  </a:ext>
                </a:extLst>
              </p:cNvPr>
              <p:cNvSpPr/>
              <p:nvPr/>
            </p:nvSpPr>
            <p:spPr>
              <a:xfrm rot="16200000">
                <a:off x="1399074" y="3699048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B749F3DB-BEED-4C72-BAE0-3838432322F0}"/>
                  </a:ext>
                </a:extLst>
              </p:cNvPr>
              <p:cNvSpPr/>
              <p:nvPr/>
            </p:nvSpPr>
            <p:spPr>
              <a:xfrm rot="16200000">
                <a:off x="3523273" y="3676779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D66B362-70A1-41DC-A6B9-B40AC5AD8271}"/>
                  </a:ext>
                </a:extLst>
              </p:cNvPr>
              <p:cNvSpPr/>
              <p:nvPr/>
            </p:nvSpPr>
            <p:spPr>
              <a:xfrm rot="16200000">
                <a:off x="5557993" y="3684685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BFEE0BD8-7BFC-49EB-BF90-04CC17E4D993}"/>
                  </a:ext>
                </a:extLst>
              </p:cNvPr>
              <p:cNvSpPr/>
              <p:nvPr/>
            </p:nvSpPr>
            <p:spPr>
              <a:xfrm rot="16200000">
                <a:off x="7713283" y="3645292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2EFA342-F454-4BCE-865E-FDF77861EF1A}"/>
                </a:ext>
              </a:extLst>
            </p:cNvPr>
            <p:cNvSpPr txBox="1"/>
            <p:nvPr/>
          </p:nvSpPr>
          <p:spPr>
            <a:xfrm>
              <a:off x="8747940" y="2120881"/>
              <a:ext cx="2295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Snapshots (= commits)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DE29D7B-5451-41BB-AC6C-4099B531D3DD}"/>
                </a:ext>
              </a:extLst>
            </p:cNvPr>
            <p:cNvGrpSpPr/>
            <p:nvPr/>
          </p:nvGrpSpPr>
          <p:grpSpPr>
            <a:xfrm>
              <a:off x="3156465" y="2527935"/>
              <a:ext cx="1808927" cy="1533299"/>
              <a:chOff x="927441" y="2638456"/>
              <a:chExt cx="1808927" cy="1533299"/>
            </a:xfrm>
          </p:grpSpPr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3903D1BC-52A7-4F19-B701-CFBD311F6A89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182" name="Graphic 181">
                  <a:extLst>
                    <a:ext uri="{FF2B5EF4-FFF2-40B4-BE49-F238E27FC236}">
                      <a16:creationId xmlns:a16="http://schemas.microsoft.com/office/drawing/2014/main" id="{C83F21DF-542A-455F-9D7C-3889717FD6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57169565-14E7-4737-8192-B643BEEC0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78FF79A7-A945-4DB5-BD01-8128F7164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B369F49A-F7B5-4CC7-B5D7-1DE16C62676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6C8F72AB-2A12-4F8E-A988-CB3B44306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6" name="Graphic 195">
                <a:extLst>
                  <a:ext uri="{FF2B5EF4-FFF2-40B4-BE49-F238E27FC236}">
                    <a16:creationId xmlns:a16="http://schemas.microsoft.com/office/drawing/2014/main" id="{EC7976FC-8F37-4FE0-B121-B6CE80EBC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6ABB0E1-73B6-442D-9D5D-A3907FE90073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3B1752DC-F7A4-4A01-B9E5-27C3A8A8862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B1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pic>
            <p:nvPicPr>
              <p:cNvPr id="199" name="Graphic 198">
                <a:extLst>
                  <a:ext uri="{FF2B5EF4-FFF2-40B4-BE49-F238E27FC236}">
                    <a16:creationId xmlns:a16="http://schemas.microsoft.com/office/drawing/2014/main" id="{296C3149-BAF4-44DD-A6FC-3337D4B53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75E0CB5D-83A4-4D4A-B77B-B431BEC5556C}"/>
                </a:ext>
              </a:extLst>
            </p:cNvPr>
            <p:cNvGrpSpPr/>
            <p:nvPr/>
          </p:nvGrpSpPr>
          <p:grpSpPr>
            <a:xfrm>
              <a:off x="1048514" y="2557968"/>
              <a:ext cx="1808927" cy="1533299"/>
              <a:chOff x="927441" y="2638456"/>
              <a:chExt cx="1808927" cy="1533299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F33E0F8C-FDF2-4222-AC8B-19F524CC94C4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210" name="Graphic 209">
                  <a:extLst>
                    <a:ext uri="{FF2B5EF4-FFF2-40B4-BE49-F238E27FC236}">
                      <a16:creationId xmlns:a16="http://schemas.microsoft.com/office/drawing/2014/main" id="{FC4F20BA-A447-4756-A8F5-243AF407D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3269DD90-201F-4D4D-9D2F-65ACBF8A9B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118E7DAD-6D27-432E-9E1D-893109A287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EFD5BA6-3F7B-4990-8C43-A20AFAAD5FD8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2CAD6DE7-6680-40AE-9F90-4BE3E7295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04" name="Graphic 203">
                <a:extLst>
                  <a:ext uri="{FF2B5EF4-FFF2-40B4-BE49-F238E27FC236}">
                    <a16:creationId xmlns:a16="http://schemas.microsoft.com/office/drawing/2014/main" id="{6758007E-EB29-4C46-A06D-8DF86C103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176F1F2-E94E-4B71-B864-17FD25D83BAB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383A796-9F1C-4368-9C9F-87BD31071CE0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</a:t>
                </a:r>
                <a:endParaRPr lang="en-GB" dirty="0"/>
              </a:p>
            </p:txBody>
          </p:sp>
          <p:pic>
            <p:nvPicPr>
              <p:cNvPr id="207" name="Graphic 206">
                <a:extLst>
                  <a:ext uri="{FF2B5EF4-FFF2-40B4-BE49-F238E27FC236}">
                    <a16:creationId xmlns:a16="http://schemas.microsoft.com/office/drawing/2014/main" id="{2275A242-B41C-47EC-9F51-018B49476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8EA0AF2F-2DB5-41DD-9FCE-E07264C00B97}"/>
                </a:ext>
              </a:extLst>
            </p:cNvPr>
            <p:cNvGrpSpPr/>
            <p:nvPr/>
          </p:nvGrpSpPr>
          <p:grpSpPr>
            <a:xfrm>
              <a:off x="5126046" y="2527935"/>
              <a:ext cx="1808927" cy="1533299"/>
              <a:chOff x="927441" y="2638456"/>
              <a:chExt cx="1808927" cy="1533299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5CAB3694-C154-4BAA-BDD4-3B0F92D5E4F5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533299"/>
                <a:chOff x="838200" y="4268284"/>
                <a:chExt cx="1797280" cy="1533299"/>
              </a:xfrm>
            </p:grpSpPr>
            <p:pic>
              <p:nvPicPr>
                <p:cNvPr id="225" name="Graphic 224">
                  <a:extLst>
                    <a:ext uri="{FF2B5EF4-FFF2-40B4-BE49-F238E27FC236}">
                      <a16:creationId xmlns:a16="http://schemas.microsoft.com/office/drawing/2014/main" id="{02B0E168-B7F7-438E-9192-8E51308A99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0AE4227E-0FE6-4B91-A89F-41653E717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12060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27E4661-13D7-43C0-89A0-6AC33D5B0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EBD3135-0BDC-4C09-80D8-DCCF08F030D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664ED9D-EF4A-42BC-B660-566CAF73A9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19" name="Graphic 218">
                <a:extLst>
                  <a:ext uri="{FF2B5EF4-FFF2-40B4-BE49-F238E27FC236}">
                    <a16:creationId xmlns:a16="http://schemas.microsoft.com/office/drawing/2014/main" id="{B5A1BD2E-D76B-4AB9-BD03-364D071B2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D06B2B9-CE5A-4EA8-9577-C45A6B6D4A5E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A1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E082F979-CF48-473B-9716-66F3EB96B6C5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22" name="Graphic 221">
                <a:extLst>
                  <a:ext uri="{FF2B5EF4-FFF2-40B4-BE49-F238E27FC236}">
                    <a16:creationId xmlns:a16="http://schemas.microsoft.com/office/drawing/2014/main" id="{7931BF14-58AD-4EFD-9D67-38E1729D2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00258954-ACAB-4386-887B-6501430514EC}"/>
                </a:ext>
              </a:extLst>
            </p:cNvPr>
            <p:cNvGrpSpPr/>
            <p:nvPr/>
          </p:nvGrpSpPr>
          <p:grpSpPr>
            <a:xfrm>
              <a:off x="7386379" y="2523303"/>
              <a:ext cx="1808927" cy="1877247"/>
              <a:chOff x="927441" y="2638456"/>
              <a:chExt cx="1808927" cy="1877247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77B727B5-83C3-4A96-AED0-52676B0D46DD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877247"/>
                <a:chOff x="838200" y="4268284"/>
                <a:chExt cx="1797280" cy="1877247"/>
              </a:xfrm>
            </p:grpSpPr>
            <p:pic>
              <p:nvPicPr>
                <p:cNvPr id="240" name="Graphic 239">
                  <a:extLst>
                    <a:ext uri="{FF2B5EF4-FFF2-40B4-BE49-F238E27FC236}">
                      <a16:creationId xmlns:a16="http://schemas.microsoft.com/office/drawing/2014/main" id="{70B0BE82-A277-4C44-B8CC-B16567515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E983A6D8-621B-4BBB-89D2-5AE9593C6F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4221" cy="154998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6C35AF4A-766E-488B-A5C6-747F1E42D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9896BEFA-ACE4-491E-9AA3-F20D90C2A9EF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BF4C1BA-7FF2-49EB-9367-17AA53CB3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34" name="Graphic 233">
                <a:extLst>
                  <a:ext uri="{FF2B5EF4-FFF2-40B4-BE49-F238E27FC236}">
                    <a16:creationId xmlns:a16="http://schemas.microsoft.com/office/drawing/2014/main" id="{A9589362-9A92-4108-A507-A0DDAE4DA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02DED9BD-A0C7-4701-81D9-08174F05365A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A1</a:t>
                </a:r>
                <a:endParaRPr lang="en-GB" dirty="0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3A7F1063-0EC1-4F31-ACE9-116DC986766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37" name="Graphic 236">
                <a:extLst>
                  <a:ext uri="{FF2B5EF4-FFF2-40B4-BE49-F238E27FC236}">
                    <a16:creationId xmlns:a16="http://schemas.microsoft.com/office/drawing/2014/main" id="{5591035F-3487-4834-8CD7-CE0BDB51E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BAE2679-B316-4D8C-8385-FA2B26A4D0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1697" y="3945125"/>
              <a:ext cx="1742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7AFB3CF-D44C-4A2F-BE04-343B95E4D854}"/>
                </a:ext>
              </a:extLst>
            </p:cNvPr>
            <p:cNvSpPr txBox="1"/>
            <p:nvPr/>
          </p:nvSpPr>
          <p:spPr>
            <a:xfrm>
              <a:off x="8005470" y="3780700"/>
              <a:ext cx="1179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88398A"/>
                  </a:solidFill>
                </a:rPr>
                <a:t>C</a:t>
              </a:r>
              <a:endParaRPr lang="en-GB" dirty="0">
                <a:solidFill>
                  <a:srgbClr val="88398A"/>
                </a:solidFill>
              </a:endParaRPr>
            </a:p>
          </p:txBody>
        </p:sp>
        <p:pic>
          <p:nvPicPr>
            <p:cNvPr id="250" name="Graphic 249">
              <a:extLst>
                <a:ext uri="{FF2B5EF4-FFF2-40B4-BE49-F238E27FC236}">
                  <a16:creationId xmlns:a16="http://schemas.microsoft.com/office/drawing/2014/main" id="{DD8865DB-FC25-48BA-B2F5-2C9A9EFAC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711695" y="3809279"/>
              <a:ext cx="216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4274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AAE3982-7A12-408D-BE90-4D55B295FB87}"/>
              </a:ext>
            </a:extLst>
          </p:cNvPr>
          <p:cNvGrpSpPr/>
          <p:nvPr/>
        </p:nvGrpSpPr>
        <p:grpSpPr>
          <a:xfrm>
            <a:off x="740920" y="1454572"/>
            <a:ext cx="9197959" cy="2695460"/>
            <a:chOff x="740920" y="1454572"/>
            <a:chExt cx="9197959" cy="2695460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3BCEC7C-D66A-40BC-96D3-13E787B56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511" y="1852648"/>
              <a:ext cx="7932420" cy="13840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0D18E47-4E83-4D8F-8546-74B2C0E6245A}"/>
                </a:ext>
              </a:extLst>
            </p:cNvPr>
            <p:cNvSpPr txBox="1"/>
            <p:nvPr/>
          </p:nvSpPr>
          <p:spPr>
            <a:xfrm>
              <a:off x="740920" y="1454572"/>
              <a:ext cx="3042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Development over time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079D174-0D31-4CBC-B32F-75BAC5F947F7}"/>
                </a:ext>
              </a:extLst>
            </p:cNvPr>
            <p:cNvGrpSpPr/>
            <p:nvPr/>
          </p:nvGrpSpPr>
          <p:grpSpPr>
            <a:xfrm>
              <a:off x="838511" y="2135041"/>
              <a:ext cx="7932420" cy="395048"/>
              <a:chOff x="838200" y="3632657"/>
              <a:chExt cx="7932420" cy="395048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05C484D1-D908-47E4-9841-545C938F6C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3824503"/>
                <a:ext cx="7932420" cy="4068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082DF698-DAB4-413A-A423-948CDE9F8866}"/>
                  </a:ext>
                </a:extLst>
              </p:cNvPr>
              <p:cNvSpPr/>
              <p:nvPr/>
            </p:nvSpPr>
            <p:spPr>
              <a:xfrm rot="16200000">
                <a:off x="1399074" y="3699048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B749F3DB-BEED-4C72-BAE0-3838432322F0}"/>
                  </a:ext>
                </a:extLst>
              </p:cNvPr>
              <p:cNvSpPr/>
              <p:nvPr/>
            </p:nvSpPr>
            <p:spPr>
              <a:xfrm rot="16200000">
                <a:off x="3523273" y="3676779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D66B362-70A1-41DC-A6B9-B40AC5AD8271}"/>
                  </a:ext>
                </a:extLst>
              </p:cNvPr>
              <p:cNvSpPr/>
              <p:nvPr/>
            </p:nvSpPr>
            <p:spPr>
              <a:xfrm rot="16200000">
                <a:off x="5557993" y="3684685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BFEE0BD8-7BFC-49EB-BF90-04CC17E4D993}"/>
                  </a:ext>
                </a:extLst>
              </p:cNvPr>
              <p:cNvSpPr/>
              <p:nvPr/>
            </p:nvSpPr>
            <p:spPr>
              <a:xfrm rot="16200000">
                <a:off x="7713283" y="3645292"/>
                <a:ext cx="341292" cy="316021"/>
              </a:xfrm>
              <a:prstGeom prst="ellipse">
                <a:avLst/>
              </a:prstGeom>
              <a:solidFill>
                <a:srgbClr val="8839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2EFA342-F454-4BCE-865E-FDF77861EF1A}"/>
                </a:ext>
              </a:extLst>
            </p:cNvPr>
            <p:cNvSpPr txBox="1"/>
            <p:nvPr/>
          </p:nvSpPr>
          <p:spPr>
            <a:xfrm>
              <a:off x="8759436" y="2062128"/>
              <a:ext cx="11794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Snapshots </a:t>
              </a:r>
            </a:p>
            <a:p>
              <a:r>
                <a:rPr lang="en-US" sz="1400" dirty="0"/>
                <a:t>(= commits)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DE29D7B-5451-41BB-AC6C-4099B531D3DD}"/>
                </a:ext>
              </a:extLst>
            </p:cNvPr>
            <p:cNvGrpSpPr/>
            <p:nvPr/>
          </p:nvGrpSpPr>
          <p:grpSpPr>
            <a:xfrm>
              <a:off x="3156465" y="2527935"/>
              <a:ext cx="1808927" cy="1199839"/>
              <a:chOff x="927441" y="2638456"/>
              <a:chExt cx="1808927" cy="1199839"/>
            </a:xfrm>
          </p:grpSpPr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3903D1BC-52A7-4F19-B701-CFBD311F6A89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011262"/>
                <a:chOff x="838200" y="4268284"/>
                <a:chExt cx="1797280" cy="1011262"/>
              </a:xfrm>
            </p:grpSpPr>
            <p:pic>
              <p:nvPicPr>
                <p:cNvPr id="182" name="Graphic 181">
                  <a:extLst>
                    <a:ext uri="{FF2B5EF4-FFF2-40B4-BE49-F238E27FC236}">
                      <a16:creationId xmlns:a16="http://schemas.microsoft.com/office/drawing/2014/main" id="{C83F21DF-542A-455F-9D7C-3889717FD6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57169565-14E7-4737-8192-B643BEEC0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684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78FF79A7-A945-4DB5-BD01-8128F7164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B369F49A-F7B5-4CC7-B5D7-1DE16C62676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6C8F72AB-2A12-4F8E-A988-CB3B44306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6" name="Graphic 195">
                <a:extLst>
                  <a:ext uri="{FF2B5EF4-FFF2-40B4-BE49-F238E27FC236}">
                    <a16:creationId xmlns:a16="http://schemas.microsoft.com/office/drawing/2014/main" id="{EC7976FC-8F37-4FE0-B121-B6CE80EBC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6ABB0E1-73B6-442D-9D5D-A3907FE90073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3B1752DC-F7A4-4A01-B9E5-27C3A8A8862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B1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pic>
            <p:nvPicPr>
              <p:cNvPr id="199" name="Graphic 198">
                <a:extLst>
                  <a:ext uri="{FF2B5EF4-FFF2-40B4-BE49-F238E27FC236}">
                    <a16:creationId xmlns:a16="http://schemas.microsoft.com/office/drawing/2014/main" id="{296C3149-BAF4-44DD-A6FC-3337D4B53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75E0CB5D-83A4-4D4A-B77B-B431BEC5556C}"/>
                </a:ext>
              </a:extLst>
            </p:cNvPr>
            <p:cNvGrpSpPr/>
            <p:nvPr/>
          </p:nvGrpSpPr>
          <p:grpSpPr>
            <a:xfrm>
              <a:off x="1048514" y="2557968"/>
              <a:ext cx="1808927" cy="1199839"/>
              <a:chOff x="927441" y="2638456"/>
              <a:chExt cx="1808927" cy="1199839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F33E0F8C-FDF2-4222-AC8B-19F524CC94C4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011262"/>
                <a:chOff x="838200" y="4268284"/>
                <a:chExt cx="1797280" cy="1011262"/>
              </a:xfrm>
            </p:grpSpPr>
            <p:pic>
              <p:nvPicPr>
                <p:cNvPr id="210" name="Graphic 209">
                  <a:extLst>
                    <a:ext uri="{FF2B5EF4-FFF2-40B4-BE49-F238E27FC236}">
                      <a16:creationId xmlns:a16="http://schemas.microsoft.com/office/drawing/2014/main" id="{FC4F20BA-A447-4756-A8F5-243AF407D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3269DD90-201F-4D4D-9D2F-65ACBF8A9B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684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118E7DAD-6D27-432E-9E1D-893109A287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EFD5BA6-3F7B-4990-8C43-A20AFAAD5FD8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2CAD6DE7-6680-40AE-9F90-4BE3E7295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04" name="Graphic 203">
                <a:extLst>
                  <a:ext uri="{FF2B5EF4-FFF2-40B4-BE49-F238E27FC236}">
                    <a16:creationId xmlns:a16="http://schemas.microsoft.com/office/drawing/2014/main" id="{6758007E-EB29-4C46-A06D-8DF86C103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176F1F2-E94E-4B71-B864-17FD25D83BAB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</a:t>
                </a:r>
                <a:endParaRPr lang="en-GB" dirty="0"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383A796-9F1C-4368-9C9F-87BD31071CE0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</a:t>
                </a:r>
                <a:endParaRPr lang="en-GB" dirty="0"/>
              </a:p>
            </p:txBody>
          </p:sp>
          <p:pic>
            <p:nvPicPr>
              <p:cNvPr id="207" name="Graphic 206">
                <a:extLst>
                  <a:ext uri="{FF2B5EF4-FFF2-40B4-BE49-F238E27FC236}">
                    <a16:creationId xmlns:a16="http://schemas.microsoft.com/office/drawing/2014/main" id="{2275A242-B41C-47EC-9F51-018B49476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8EA0AF2F-2DB5-41DD-9FCE-E07264C00B97}"/>
                </a:ext>
              </a:extLst>
            </p:cNvPr>
            <p:cNvGrpSpPr/>
            <p:nvPr/>
          </p:nvGrpSpPr>
          <p:grpSpPr>
            <a:xfrm>
              <a:off x="5126046" y="2527935"/>
              <a:ext cx="1808927" cy="1199839"/>
              <a:chOff x="927441" y="2638456"/>
              <a:chExt cx="1808927" cy="1199839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5CAB3694-C154-4BAA-BDD4-3B0F92D5E4F5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011262"/>
                <a:chOff x="838200" y="4268284"/>
                <a:chExt cx="1797280" cy="1011262"/>
              </a:xfrm>
            </p:grpSpPr>
            <p:pic>
              <p:nvPicPr>
                <p:cNvPr id="225" name="Graphic 224">
                  <a:extLst>
                    <a:ext uri="{FF2B5EF4-FFF2-40B4-BE49-F238E27FC236}">
                      <a16:creationId xmlns:a16="http://schemas.microsoft.com/office/drawing/2014/main" id="{02B0E168-B7F7-438E-9192-8E51308A99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0AE4227E-0FE6-4B91-A89F-41653E717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1607" y="4595546"/>
                  <a:ext cx="0" cy="684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27E4661-13D7-43C0-89A0-6AC33D5B0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EBD3135-0BDC-4C09-80D8-DCCF08F030DB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664ED9D-EF4A-42BC-B660-566CAF73A9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19" name="Graphic 218">
                <a:extLst>
                  <a:ext uri="{FF2B5EF4-FFF2-40B4-BE49-F238E27FC236}">
                    <a16:creationId xmlns:a16="http://schemas.microsoft.com/office/drawing/2014/main" id="{B5A1BD2E-D76B-4AB9-BD03-364D071B2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D06B2B9-CE5A-4EA8-9577-C45A6B6D4A5E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rgbClr val="88398A"/>
                    </a:solidFill>
                  </a:rPr>
                  <a:t>A1</a:t>
                </a:r>
                <a:endParaRPr lang="en-GB" dirty="0">
                  <a:solidFill>
                    <a:srgbClr val="88398A"/>
                  </a:solidFill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E082F979-CF48-473B-9716-66F3EB96B6C5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22" name="Graphic 221">
                <a:extLst>
                  <a:ext uri="{FF2B5EF4-FFF2-40B4-BE49-F238E27FC236}">
                    <a16:creationId xmlns:a16="http://schemas.microsoft.com/office/drawing/2014/main" id="{7931BF14-58AD-4EFD-9D67-38E1729D2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00258954-ACAB-4386-887B-6501430514EC}"/>
                </a:ext>
              </a:extLst>
            </p:cNvPr>
            <p:cNvGrpSpPr/>
            <p:nvPr/>
          </p:nvGrpSpPr>
          <p:grpSpPr>
            <a:xfrm>
              <a:off x="7386379" y="2523303"/>
              <a:ext cx="1808927" cy="1421822"/>
              <a:chOff x="927441" y="2638456"/>
              <a:chExt cx="1808927" cy="1421822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77B727B5-83C3-4A96-AED0-52676B0D46DD}"/>
                  </a:ext>
                </a:extLst>
              </p:cNvPr>
              <p:cNvGrpSpPr/>
              <p:nvPr/>
            </p:nvGrpSpPr>
            <p:grpSpPr>
              <a:xfrm>
                <a:off x="927441" y="2638456"/>
                <a:ext cx="1797280" cy="1421822"/>
                <a:chOff x="838200" y="4268284"/>
                <a:chExt cx="1797280" cy="1421822"/>
              </a:xfrm>
            </p:grpSpPr>
            <p:pic>
              <p:nvPicPr>
                <p:cNvPr id="240" name="Graphic 239">
                  <a:extLst>
                    <a:ext uri="{FF2B5EF4-FFF2-40B4-BE49-F238E27FC236}">
                      <a16:creationId xmlns:a16="http://schemas.microsoft.com/office/drawing/2014/main" id="{70B0BE82-A277-4C44-B8CC-B16567515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2898" t="9832" r="13788" b="30315"/>
                <a:stretch/>
              </p:blipFill>
              <p:spPr>
                <a:xfrm>
                  <a:off x="838200" y="4330950"/>
                  <a:ext cx="335257" cy="273704"/>
                </a:xfrm>
                <a:prstGeom prst="rect">
                  <a:avLst/>
                </a:prstGeom>
              </p:spPr>
            </p:pic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E983A6D8-621B-4BBB-89D2-5AE9593C6F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8790" y="4595546"/>
                  <a:ext cx="2817" cy="10945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6C35AF4A-766E-488B-A5C6-747F1E42D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484412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9896BEFA-ACE4-491E-9AA3-F20D90C2A9EF}"/>
                    </a:ext>
                  </a:extLst>
                </p:cNvPr>
                <p:cNvSpPr txBox="1"/>
                <p:nvPr/>
              </p:nvSpPr>
              <p:spPr>
                <a:xfrm>
                  <a:off x="1153990" y="4268284"/>
                  <a:ext cx="14814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 err="1"/>
                    <a:t>myProject</a:t>
                  </a:r>
                  <a:endParaRPr lang="en-GB" dirty="0"/>
                </a:p>
              </p:txBody>
            </p: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BF4C1BA-7FF2-49EB-9367-17AA53CB3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241" y="5263216"/>
                  <a:ext cx="17421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34" name="Graphic 233">
                <a:extLst>
                  <a:ext uri="{FF2B5EF4-FFF2-40B4-BE49-F238E27FC236}">
                    <a16:creationId xmlns:a16="http://schemas.microsoft.com/office/drawing/2014/main" id="{A9589362-9A92-4108-A507-A0DDAE4DA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63150" y="3060798"/>
                <a:ext cx="216000" cy="288000"/>
              </a:xfrm>
              <a:prstGeom prst="rect">
                <a:avLst/>
              </a:prstGeom>
            </p:spPr>
          </p:pic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02DED9BD-A0C7-4701-81D9-08174F05365A}"/>
                  </a:ext>
                </a:extLst>
              </p:cNvPr>
              <p:cNvSpPr txBox="1"/>
              <p:nvPr/>
            </p:nvSpPr>
            <p:spPr>
              <a:xfrm>
                <a:off x="1556925" y="299050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A1</a:t>
                </a:r>
                <a:endParaRPr lang="en-GB" dirty="0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3A7F1063-0EC1-4F31-ACE9-116DC986766A}"/>
                  </a:ext>
                </a:extLst>
              </p:cNvPr>
              <p:cNvSpPr txBox="1"/>
              <p:nvPr/>
            </p:nvSpPr>
            <p:spPr>
              <a:xfrm>
                <a:off x="1542255" y="3468963"/>
                <a:ext cx="1179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B1</a:t>
                </a:r>
                <a:endParaRPr lang="en-GB" dirty="0"/>
              </a:p>
            </p:txBody>
          </p:sp>
          <p:pic>
            <p:nvPicPr>
              <p:cNvPr id="237" name="Graphic 236">
                <a:extLst>
                  <a:ext uri="{FF2B5EF4-FFF2-40B4-BE49-F238E27FC236}">
                    <a16:creationId xmlns:a16="http://schemas.microsoft.com/office/drawing/2014/main" id="{5591035F-3487-4834-8CD7-CE0BDB51E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48480" y="3497542"/>
                <a:ext cx="216000" cy="288000"/>
              </a:xfrm>
              <a:prstGeom prst="rect">
                <a:avLst/>
              </a:prstGeom>
            </p:spPr>
          </p:pic>
        </p:grp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BAE2679-B316-4D8C-8385-FA2B26A4D0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1697" y="3945125"/>
              <a:ext cx="1742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7AFB3CF-D44C-4A2F-BE04-343B95E4D854}"/>
                </a:ext>
              </a:extLst>
            </p:cNvPr>
            <p:cNvSpPr txBox="1"/>
            <p:nvPr/>
          </p:nvSpPr>
          <p:spPr>
            <a:xfrm>
              <a:off x="8005470" y="3780700"/>
              <a:ext cx="1179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88398A"/>
                  </a:solidFill>
                </a:rPr>
                <a:t>C</a:t>
              </a:r>
              <a:endParaRPr lang="en-GB" dirty="0">
                <a:solidFill>
                  <a:srgbClr val="88398A"/>
                </a:solidFill>
              </a:endParaRPr>
            </a:p>
          </p:txBody>
        </p:sp>
        <p:pic>
          <p:nvPicPr>
            <p:cNvPr id="250" name="Graphic 249">
              <a:extLst>
                <a:ext uri="{FF2B5EF4-FFF2-40B4-BE49-F238E27FC236}">
                  <a16:creationId xmlns:a16="http://schemas.microsoft.com/office/drawing/2014/main" id="{DD8865DB-FC25-48BA-B2F5-2C9A9EFAC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711695" y="3809279"/>
              <a:ext cx="216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895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2EA1F56-C0C5-4F78-9BEE-3601C3CD23CF}"/>
              </a:ext>
            </a:extLst>
          </p:cNvPr>
          <p:cNvGrpSpPr/>
          <p:nvPr/>
        </p:nvGrpSpPr>
        <p:grpSpPr>
          <a:xfrm>
            <a:off x="3259517" y="1334843"/>
            <a:ext cx="4373321" cy="4071963"/>
            <a:chOff x="3259517" y="1334843"/>
            <a:chExt cx="4373321" cy="4071963"/>
          </a:xfrm>
        </p:grpSpPr>
        <p:pic>
          <p:nvPicPr>
            <p:cNvPr id="15" name="Picture 14" descr="A close up of a logo&#10;&#10;Description automatically generated">
              <a:extLst>
                <a:ext uri="{FF2B5EF4-FFF2-40B4-BE49-F238E27FC236}">
                  <a16:creationId xmlns:a16="http://schemas.microsoft.com/office/drawing/2014/main" id="{4CDF4089-4D78-4949-87EC-CA531BC65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919" y="1684086"/>
              <a:ext cx="634788" cy="605694"/>
            </a:xfrm>
            <a:prstGeom prst="rect">
              <a:avLst/>
            </a:prstGeom>
          </p:spPr>
        </p:pic>
        <p:pic>
          <p:nvPicPr>
            <p:cNvPr id="2" name="Picture 1" descr="A close up of a logo&#10;&#10;Description automatically generated">
              <a:extLst>
                <a:ext uri="{FF2B5EF4-FFF2-40B4-BE49-F238E27FC236}">
                  <a16:creationId xmlns:a16="http://schemas.microsoft.com/office/drawing/2014/main" id="{7F9F721D-1603-4CE7-A90C-7DC31F911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4429" y="2200936"/>
              <a:ext cx="311767" cy="311767"/>
            </a:xfrm>
            <a:prstGeom prst="rect">
              <a:avLst/>
            </a:prstGeom>
          </p:spPr>
        </p:pic>
        <p:pic>
          <p:nvPicPr>
            <p:cNvPr id="3" name="Graphic 2" descr="Laptop with solid fill">
              <a:extLst>
                <a:ext uri="{FF2B5EF4-FFF2-40B4-BE49-F238E27FC236}">
                  <a16:creationId xmlns:a16="http://schemas.microsoft.com/office/drawing/2014/main" id="{AB95DA7A-2907-46EE-9E07-B3E33F55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9517" y="3900051"/>
              <a:ext cx="1371600" cy="1371600"/>
            </a:xfrm>
            <a:prstGeom prst="rect">
              <a:avLst/>
            </a:prstGeom>
          </p:spPr>
        </p:pic>
        <p:pic>
          <p:nvPicPr>
            <p:cNvPr id="4" name="Graphic 3" descr="Laptop with solid fill">
              <a:extLst>
                <a:ext uri="{FF2B5EF4-FFF2-40B4-BE49-F238E27FC236}">
                  <a16:creationId xmlns:a16="http://schemas.microsoft.com/office/drawing/2014/main" id="{DDC66A99-2B9B-4CF6-A1FC-AA0CE64A0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24400" y="3900051"/>
              <a:ext cx="1371600" cy="1371600"/>
            </a:xfrm>
            <a:prstGeom prst="rect">
              <a:avLst/>
            </a:prstGeom>
          </p:spPr>
        </p:pic>
        <p:pic>
          <p:nvPicPr>
            <p:cNvPr id="5" name="Graphic 4" descr="Laptop with solid fill">
              <a:extLst>
                <a:ext uri="{FF2B5EF4-FFF2-40B4-BE49-F238E27FC236}">
                  <a16:creationId xmlns:a16="http://schemas.microsoft.com/office/drawing/2014/main" id="{BEC4B7C5-D6F4-426B-853B-C6DF83BDE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9283" y="3900051"/>
              <a:ext cx="1371600" cy="13716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C996688-F1EE-4341-914E-7C1604B1C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1305" y="2841858"/>
              <a:ext cx="808010" cy="1272022"/>
            </a:xfrm>
            <a:prstGeom prst="straightConnector1">
              <a:avLst/>
            </a:prstGeom>
            <a:ln w="76200">
              <a:solidFill>
                <a:schemeClr val="tx2">
                  <a:lumMod val="7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549DC6F-F39F-432A-87B6-FC8530E03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4113" y="2850704"/>
              <a:ext cx="1" cy="1263175"/>
            </a:xfrm>
            <a:prstGeom prst="straightConnector1">
              <a:avLst/>
            </a:prstGeom>
            <a:ln w="76200">
              <a:solidFill>
                <a:schemeClr val="tx2">
                  <a:lumMod val="7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E2EF3D-C9D5-4784-8A70-E9B52269C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9962" y="2841858"/>
              <a:ext cx="1226041" cy="1272021"/>
            </a:xfrm>
            <a:prstGeom prst="straightConnector1">
              <a:avLst/>
            </a:prstGeom>
            <a:ln w="76200">
              <a:solidFill>
                <a:schemeClr val="tx2">
                  <a:lumMod val="7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367022-AC25-4D0F-AA97-5350E65738C2}"/>
                </a:ext>
              </a:extLst>
            </p:cNvPr>
            <p:cNvSpPr txBox="1"/>
            <p:nvPr/>
          </p:nvSpPr>
          <p:spPr>
            <a:xfrm>
              <a:off x="3544152" y="5037474"/>
              <a:ext cx="1058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Local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1C31FF-A9FC-4F40-91A6-EE60C3D2E64E}"/>
                </a:ext>
              </a:extLst>
            </p:cNvPr>
            <p:cNvSpPr txBox="1"/>
            <p:nvPr/>
          </p:nvSpPr>
          <p:spPr>
            <a:xfrm>
              <a:off x="5045434" y="5037474"/>
              <a:ext cx="1058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Local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668D27-3DB0-444D-9D30-85D8802F4F64}"/>
                </a:ext>
              </a:extLst>
            </p:cNvPr>
            <p:cNvSpPr txBox="1"/>
            <p:nvPr/>
          </p:nvSpPr>
          <p:spPr>
            <a:xfrm>
              <a:off x="6574515" y="5037474"/>
              <a:ext cx="1058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Local 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E9F3C3-EA1C-459C-B43B-250D9A7CE04A}"/>
                </a:ext>
              </a:extLst>
            </p:cNvPr>
            <p:cNvSpPr txBox="1"/>
            <p:nvPr/>
          </p:nvSpPr>
          <p:spPr>
            <a:xfrm>
              <a:off x="4565929" y="1334843"/>
              <a:ext cx="1931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Remote server</a:t>
              </a:r>
            </a:p>
          </p:txBody>
        </p:sp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03A3E395-1471-4833-B44A-D3851B9FE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4400" y="1700809"/>
              <a:ext cx="1149895" cy="114989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9682FA-1E58-4320-B7E3-73247D021AC9}"/>
                </a:ext>
              </a:extLst>
            </p:cNvPr>
            <p:cNvSpPr txBox="1"/>
            <p:nvPr/>
          </p:nvSpPr>
          <p:spPr>
            <a:xfrm>
              <a:off x="6236141" y="2172153"/>
              <a:ext cx="11333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Github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0E8FC5-05BC-4E0A-A889-D7480BDAF231}"/>
                </a:ext>
              </a:extLst>
            </p:cNvPr>
            <p:cNvSpPr txBox="1"/>
            <p:nvPr/>
          </p:nvSpPr>
          <p:spPr>
            <a:xfrm>
              <a:off x="6252982" y="1815681"/>
              <a:ext cx="11333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Gitlab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2139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840B27-F0A6-42B9-90E5-3493F2C56E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343"/>
          <a:stretch/>
        </p:blipFill>
        <p:spPr>
          <a:xfrm>
            <a:off x="203647" y="640493"/>
            <a:ext cx="5420481" cy="397631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AAB78E-E307-4EBA-A8C6-9BCDCFF61D14}"/>
              </a:ext>
            </a:extLst>
          </p:cNvPr>
          <p:cNvCxnSpPr>
            <a:cxnSpLocks/>
          </p:cNvCxnSpPr>
          <p:nvPr/>
        </p:nvCxnSpPr>
        <p:spPr>
          <a:xfrm flipH="1" flipV="1">
            <a:off x="3556450" y="1105020"/>
            <a:ext cx="810296" cy="1103376"/>
          </a:xfrm>
          <a:prstGeom prst="straightConnector1">
            <a:avLst/>
          </a:prstGeom>
          <a:ln w="76200">
            <a:solidFill>
              <a:srgbClr val="8839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1DB0BDA-E3EB-4873-88BF-D3909F8CAA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299"/>
          <a:stretch/>
        </p:blipFill>
        <p:spPr>
          <a:xfrm>
            <a:off x="6567874" y="659191"/>
            <a:ext cx="4624382" cy="397631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913C56-CAE2-477D-ACFF-18BFE6FAFAB4}"/>
              </a:ext>
            </a:extLst>
          </p:cNvPr>
          <p:cNvCxnSpPr>
            <a:cxnSpLocks/>
          </p:cNvCxnSpPr>
          <p:nvPr/>
        </p:nvCxnSpPr>
        <p:spPr>
          <a:xfrm flipH="1" flipV="1">
            <a:off x="6794464" y="2055996"/>
            <a:ext cx="925085" cy="890404"/>
          </a:xfrm>
          <a:prstGeom prst="straightConnector1">
            <a:avLst/>
          </a:prstGeom>
          <a:ln w="76200">
            <a:solidFill>
              <a:srgbClr val="8839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295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4B787-FE36-4F20-9955-D7E83532D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256732"/>
            <a:ext cx="913575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93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7269E7B-49CA-4FA8-BD88-CE3333127D36}"/>
              </a:ext>
            </a:extLst>
          </p:cNvPr>
          <p:cNvGrpSpPr/>
          <p:nvPr/>
        </p:nvGrpSpPr>
        <p:grpSpPr>
          <a:xfrm>
            <a:off x="3233236" y="840137"/>
            <a:ext cx="5048653" cy="3302557"/>
            <a:chOff x="3233236" y="840137"/>
            <a:chExt cx="5048653" cy="33025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DC19DCA-5739-4CF3-88FA-C7828F1D459F}"/>
                </a:ext>
              </a:extLst>
            </p:cNvPr>
            <p:cNvGrpSpPr/>
            <p:nvPr/>
          </p:nvGrpSpPr>
          <p:grpSpPr>
            <a:xfrm>
              <a:off x="3233236" y="2739518"/>
              <a:ext cx="4200106" cy="1403176"/>
              <a:chOff x="3233236" y="2739518"/>
              <a:chExt cx="4200106" cy="140317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7FC1E2-7E19-46CE-BA69-38A89D0A7AC4}"/>
                  </a:ext>
                </a:extLst>
              </p:cNvPr>
              <p:cNvSpPr/>
              <p:nvPr/>
            </p:nvSpPr>
            <p:spPr>
              <a:xfrm>
                <a:off x="6156403" y="3448769"/>
                <a:ext cx="1140690" cy="30480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Bob.txt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181A306-3E9F-4C72-80D5-F6D5B47BD262}"/>
                  </a:ext>
                </a:extLst>
              </p:cNvPr>
              <p:cNvGrpSpPr/>
              <p:nvPr/>
            </p:nvGrpSpPr>
            <p:grpSpPr>
              <a:xfrm>
                <a:off x="3233236" y="2739518"/>
                <a:ext cx="4200106" cy="1403176"/>
                <a:chOff x="3233236" y="2739518"/>
                <a:chExt cx="4200106" cy="1403176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CEC77A1-E359-4BA8-B5D1-E493A6F8ED04}"/>
                    </a:ext>
                  </a:extLst>
                </p:cNvPr>
                <p:cNvSpPr/>
                <p:nvPr/>
              </p:nvSpPr>
              <p:spPr>
                <a:xfrm>
                  <a:off x="3604725" y="3429000"/>
                  <a:ext cx="1140690" cy="304800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Bob.txt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3297718-E0C1-4C24-A03A-0E837227F68E}"/>
                    </a:ext>
                  </a:extLst>
                </p:cNvPr>
                <p:cNvSpPr/>
                <p:nvPr/>
              </p:nvSpPr>
              <p:spPr>
                <a:xfrm>
                  <a:off x="3489415" y="2739518"/>
                  <a:ext cx="3943927" cy="111620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60D2449-7C0B-4E0D-8151-1C692E56FB76}"/>
                    </a:ext>
                  </a:extLst>
                </p:cNvPr>
                <p:cNvSpPr txBox="1"/>
                <p:nvPr/>
              </p:nvSpPr>
              <p:spPr>
                <a:xfrm>
                  <a:off x="3233236" y="3865695"/>
                  <a:ext cx="18641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DE" sz="1200" dirty="0"/>
                    <a:t>Development environment</a:t>
                  </a:r>
                  <a:endParaRPr lang="en-US" sz="1200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DC75030-EFEE-41A9-BF7A-4C9EB22C74E7}"/>
                    </a:ext>
                  </a:extLst>
                </p:cNvPr>
                <p:cNvSpPr/>
                <p:nvPr/>
              </p:nvSpPr>
              <p:spPr>
                <a:xfrm>
                  <a:off x="3609488" y="2866879"/>
                  <a:ext cx="1126836" cy="572654"/>
                </a:xfrm>
                <a:prstGeom prst="rect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DE" sz="1600" dirty="0">
                      <a:solidFill>
                        <a:schemeClr val="tx1"/>
                      </a:solidFill>
                    </a:rPr>
                    <a:t>Working directory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08A214E-C3E5-49EF-B1E0-1D2186282D10}"/>
                    </a:ext>
                  </a:extLst>
                </p:cNvPr>
                <p:cNvSpPr/>
                <p:nvPr/>
              </p:nvSpPr>
              <p:spPr>
                <a:xfrm>
                  <a:off x="4888724" y="2866879"/>
                  <a:ext cx="1126836" cy="572654"/>
                </a:xfrm>
                <a:prstGeom prst="rect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DE" sz="1600" dirty="0">
                      <a:solidFill>
                        <a:schemeClr val="tx1"/>
                      </a:solidFill>
                    </a:rPr>
                    <a:t>Staging area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BDD3D85-B3F1-45C4-91BF-4D5B51CD8358}"/>
                    </a:ext>
                  </a:extLst>
                </p:cNvPr>
                <p:cNvSpPr/>
                <p:nvPr/>
              </p:nvSpPr>
              <p:spPr>
                <a:xfrm>
                  <a:off x="6167960" y="2876115"/>
                  <a:ext cx="1126836" cy="572654"/>
                </a:xfrm>
                <a:prstGeom prst="rect">
                  <a:avLst/>
                </a:prstGeom>
                <a:noFill/>
                <a:ln w="3810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DE" sz="1600" dirty="0">
                      <a:solidFill>
                        <a:schemeClr val="tx1"/>
                      </a:solidFill>
                    </a:rPr>
                    <a:t>Local repository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35327052-27DD-4DE1-B38A-D27BDD3E5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6403" y="840137"/>
              <a:ext cx="634788" cy="605694"/>
            </a:xfrm>
            <a:prstGeom prst="rect">
              <a:avLst/>
            </a:prstGeom>
          </p:spPr>
        </p:pic>
        <p:pic>
          <p:nvPicPr>
            <p:cNvPr id="12" name="Picture 11" descr="A close up of a logo&#10;&#10;Description automatically generated">
              <a:extLst>
                <a:ext uri="{FF2B5EF4-FFF2-40B4-BE49-F238E27FC236}">
                  <a16:creationId xmlns:a16="http://schemas.microsoft.com/office/drawing/2014/main" id="{8E324F9D-ED60-44F3-856A-AA93BF4A2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9939" y="973707"/>
              <a:ext cx="338554" cy="3385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3D3190-AF25-4C83-A0B9-948F4113B1CD}"/>
                </a:ext>
              </a:extLst>
            </p:cNvPr>
            <p:cNvSpPr txBox="1"/>
            <p:nvPr/>
          </p:nvSpPr>
          <p:spPr>
            <a:xfrm>
              <a:off x="7746828" y="1056190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1600" b="1" dirty="0"/>
                <a:t>...</a:t>
              </a:r>
              <a:endParaRPr lang="en-US" sz="1600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6314F2-A2F7-4BF3-BC71-4DE42028A5C3}"/>
                </a:ext>
              </a:extLst>
            </p:cNvPr>
            <p:cNvSpPr/>
            <p:nvPr/>
          </p:nvSpPr>
          <p:spPr>
            <a:xfrm>
              <a:off x="6113180" y="2813883"/>
              <a:ext cx="1245486" cy="99352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10129B-C490-4E0D-9CC3-0FE8D2064D29}"/>
                </a:ext>
              </a:extLst>
            </p:cNvPr>
            <p:cNvSpPr/>
            <p:nvPr/>
          </p:nvSpPr>
          <p:spPr>
            <a:xfrm>
              <a:off x="7036403" y="1343987"/>
              <a:ext cx="1245486" cy="99352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5C993E-3B93-458D-96D1-AD0D163D32A6}"/>
                </a:ext>
              </a:extLst>
            </p:cNvPr>
            <p:cNvCxnSpPr>
              <a:cxnSpLocks/>
            </p:cNvCxnSpPr>
            <p:nvPr/>
          </p:nvCxnSpPr>
          <p:spPr>
            <a:xfrm>
              <a:off x="6741082" y="1821698"/>
              <a:ext cx="0" cy="99859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8437862-BC12-49DA-B7E3-99AFDE0DB5A9}"/>
                </a:ext>
              </a:extLst>
            </p:cNvPr>
            <p:cNvCxnSpPr>
              <a:cxnSpLocks/>
            </p:cNvCxnSpPr>
            <p:nvPr/>
          </p:nvCxnSpPr>
          <p:spPr>
            <a:xfrm>
              <a:off x="6726398" y="1821698"/>
              <a:ext cx="32400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104A3B-09E0-42A3-A9EC-973E20F45115}"/>
                </a:ext>
              </a:extLst>
            </p:cNvPr>
            <p:cNvSpPr txBox="1"/>
            <p:nvPr/>
          </p:nvSpPr>
          <p:spPr>
            <a:xfrm>
              <a:off x="5648265" y="2145414"/>
              <a:ext cx="1039390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 err="1">
                  <a:latin typeface="Consolas" panose="020B0609020204030204" pitchFamily="49" charset="0"/>
                </a:rPr>
                <a:t>git</a:t>
              </a:r>
              <a:r>
                <a:rPr lang="de-DE" sz="1400" dirty="0">
                  <a:latin typeface="Consolas" panose="020B0609020204030204" pitchFamily="49" charset="0"/>
                </a:rPr>
                <a:t> push</a:t>
              </a:r>
              <a:endParaRPr lang="en-GB" sz="1400" dirty="0">
                <a:latin typeface="Consolas" panose="020B060902020403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28D8DB-3945-42FB-9E87-7C3CFB6CC159}"/>
                </a:ext>
              </a:extLst>
            </p:cNvPr>
            <p:cNvSpPr/>
            <p:nvPr/>
          </p:nvSpPr>
          <p:spPr>
            <a:xfrm>
              <a:off x="7092268" y="1985031"/>
              <a:ext cx="1140690" cy="3048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Bob.txt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63094E-4AF6-4097-8626-BE8773962496}"/>
                </a:ext>
              </a:extLst>
            </p:cNvPr>
            <p:cNvSpPr/>
            <p:nvPr/>
          </p:nvSpPr>
          <p:spPr>
            <a:xfrm>
              <a:off x="7103825" y="1412377"/>
              <a:ext cx="1126836" cy="57265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Remote</a:t>
              </a:r>
            </a:p>
            <a:p>
              <a:pPr algn="ctr"/>
              <a:r>
                <a:rPr lang="en-DE" sz="1600" dirty="0">
                  <a:solidFill>
                    <a:schemeClr val="tx1"/>
                  </a:solidFill>
                </a:rPr>
                <a:t>repository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874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ACFED9E-3CC6-495C-948F-1BAAD2099618}"/>
              </a:ext>
            </a:extLst>
          </p:cNvPr>
          <p:cNvGrpSpPr/>
          <p:nvPr/>
        </p:nvGrpSpPr>
        <p:grpSpPr>
          <a:xfrm rot="5400000">
            <a:off x="3713433" y="-1709939"/>
            <a:ext cx="851409" cy="5298838"/>
            <a:chOff x="3114344" y="964538"/>
            <a:chExt cx="851409" cy="529883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D945B2B-929F-4CE1-B2F6-305B80FADA20}"/>
                </a:ext>
              </a:extLst>
            </p:cNvPr>
            <p:cNvCxnSpPr/>
            <p:nvPr/>
          </p:nvCxnSpPr>
          <p:spPr>
            <a:xfrm>
              <a:off x="3228639" y="1653540"/>
              <a:ext cx="0" cy="379207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749E86-92F9-4ADC-87FF-3C2AA2547D15}"/>
                </a:ext>
              </a:extLst>
            </p:cNvPr>
            <p:cNvSpPr/>
            <p:nvPr/>
          </p:nvSpPr>
          <p:spPr>
            <a:xfrm>
              <a:off x="3125772" y="5229860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62092F-543B-4553-A9F3-B4AB73B90B6D}"/>
                </a:ext>
              </a:extLst>
            </p:cNvPr>
            <p:cNvSpPr/>
            <p:nvPr/>
          </p:nvSpPr>
          <p:spPr>
            <a:xfrm>
              <a:off x="3125772" y="4702810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8E66EA9-EB48-4332-9993-BCF83C1CB832}"/>
                </a:ext>
              </a:extLst>
            </p:cNvPr>
            <p:cNvSpPr/>
            <p:nvPr/>
          </p:nvSpPr>
          <p:spPr>
            <a:xfrm>
              <a:off x="3118450" y="4175760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47B8738-F595-4F0C-BD9E-2E64CA0A371D}"/>
                </a:ext>
              </a:extLst>
            </p:cNvPr>
            <p:cNvSpPr/>
            <p:nvPr/>
          </p:nvSpPr>
          <p:spPr>
            <a:xfrm>
              <a:off x="3114344" y="3644900"/>
              <a:ext cx="205734" cy="1905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DF7BD8-89D8-4A65-9EBD-603B571E6AA2}"/>
                </a:ext>
              </a:extLst>
            </p:cNvPr>
            <p:cNvSpPr/>
            <p:nvPr/>
          </p:nvSpPr>
          <p:spPr>
            <a:xfrm>
              <a:off x="3114344" y="2590165"/>
              <a:ext cx="205734" cy="1905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A640106-7C4A-4F88-A596-D8F662E98274}"/>
                </a:ext>
              </a:extLst>
            </p:cNvPr>
            <p:cNvSpPr/>
            <p:nvPr/>
          </p:nvSpPr>
          <p:spPr>
            <a:xfrm>
              <a:off x="3115767" y="3121025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175BF5D-9162-46B8-B418-F3B0F8C1EC09}"/>
                </a:ext>
              </a:extLst>
            </p:cNvPr>
            <p:cNvSpPr/>
            <p:nvPr/>
          </p:nvSpPr>
          <p:spPr>
            <a:xfrm>
              <a:off x="3125772" y="2066290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E0B453-EC1A-4ACC-AE3E-E63983E2F568}"/>
                </a:ext>
              </a:extLst>
            </p:cNvPr>
            <p:cNvSpPr/>
            <p:nvPr/>
          </p:nvSpPr>
          <p:spPr>
            <a:xfrm>
              <a:off x="3125772" y="1546225"/>
              <a:ext cx="205734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057D70-BA35-4237-B9A1-DE6175EFC5A8}"/>
                </a:ext>
              </a:extLst>
            </p:cNvPr>
            <p:cNvSpPr txBox="1"/>
            <p:nvPr/>
          </p:nvSpPr>
          <p:spPr>
            <a:xfrm rot="16200000">
              <a:off x="3384066" y="1176893"/>
              <a:ext cx="794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70C0"/>
                  </a:solidFill>
                </a:rPr>
                <a:t>main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8B7E2F-D5F3-4B22-BC73-8B540B488F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8639" y="1456690"/>
              <a:ext cx="450850" cy="53213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C52E34-B6CF-436A-BF2A-FB6B4C6C21B7}"/>
                </a:ext>
              </a:extLst>
            </p:cNvPr>
            <p:cNvSpPr txBox="1"/>
            <p:nvPr/>
          </p:nvSpPr>
          <p:spPr>
            <a:xfrm rot="16200000">
              <a:off x="2825179" y="5409066"/>
              <a:ext cx="13700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92D050"/>
                  </a:solidFill>
                </a:rPr>
                <a:t>my commits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536453-3762-4B9A-A54A-D46128A259EA}"/>
                </a:ext>
              </a:extLst>
            </p:cNvPr>
            <p:cNvSpPr txBox="1"/>
            <p:nvPr/>
          </p:nvSpPr>
          <p:spPr>
            <a:xfrm rot="16200000">
              <a:off x="3028232" y="3358022"/>
              <a:ext cx="12680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FFC000"/>
                  </a:solidFill>
                </a:rPr>
                <a:t>my friend’s commits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8ACB77C-BBD0-4178-8E84-C6379038572D}"/>
              </a:ext>
            </a:extLst>
          </p:cNvPr>
          <p:cNvGrpSpPr/>
          <p:nvPr/>
        </p:nvGrpSpPr>
        <p:grpSpPr>
          <a:xfrm>
            <a:off x="6607898" y="1405924"/>
            <a:ext cx="3793578" cy="4279333"/>
            <a:chOff x="6607898" y="1405924"/>
            <a:chExt cx="3793578" cy="427933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7B7C6E-D5BA-4BB1-9AD5-E97D10E18FA6}"/>
                </a:ext>
              </a:extLst>
            </p:cNvPr>
            <p:cNvSpPr txBox="1"/>
            <p:nvPr/>
          </p:nvSpPr>
          <p:spPr>
            <a:xfrm>
              <a:off x="8862145" y="3834277"/>
              <a:ext cx="1370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</a:rPr>
                <a:t>pull request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1228A43-616E-48F7-9BBC-B7271C8B9522}"/>
                </a:ext>
              </a:extLst>
            </p:cNvPr>
            <p:cNvGrpSpPr/>
            <p:nvPr/>
          </p:nvGrpSpPr>
          <p:grpSpPr>
            <a:xfrm>
              <a:off x="6607898" y="1405924"/>
              <a:ext cx="3793578" cy="4279333"/>
              <a:chOff x="2512043" y="1347470"/>
              <a:chExt cx="3793578" cy="4279333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F778A10-FB77-4322-8A91-A887C9EA50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11938" y="3081457"/>
                <a:ext cx="270571" cy="174871"/>
              </a:xfrm>
              <a:prstGeom prst="line">
                <a:avLst/>
              </a:prstGeom>
              <a:ln w="5715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5D18FED-8753-413E-8D12-D43067997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00049" y="5273005"/>
                <a:ext cx="275266" cy="291638"/>
              </a:xfrm>
              <a:prstGeom prst="line">
                <a:avLst/>
              </a:prstGeom>
              <a:ln w="5715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AB728D0-9C7A-4DF6-AA49-58BA48A34065}"/>
                  </a:ext>
                </a:extLst>
              </p:cNvPr>
              <p:cNvGrpSpPr/>
              <p:nvPr/>
            </p:nvGrpSpPr>
            <p:grpSpPr>
              <a:xfrm>
                <a:off x="2512043" y="1347470"/>
                <a:ext cx="3793578" cy="4233609"/>
                <a:chOff x="5273044" y="1091501"/>
                <a:chExt cx="3793578" cy="4233609"/>
              </a:xfrm>
            </p:grpSpPr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FEA04FC0-684B-43FA-B7FE-F80C1E1E6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43439" y="3661675"/>
                  <a:ext cx="302559" cy="255163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72477FA7-D7AC-4B15-A4DD-96EA9C91BB55}"/>
                    </a:ext>
                  </a:extLst>
                </p:cNvPr>
                <p:cNvCxnSpPr/>
                <p:nvPr/>
              </p:nvCxnSpPr>
              <p:spPr>
                <a:xfrm>
                  <a:off x="7343439" y="1533039"/>
                  <a:ext cx="0" cy="37920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6DE71970-0DEF-4238-A935-2C51CC4A94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55759" y="2461260"/>
                  <a:ext cx="487680" cy="50292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DAA5A9D-4B96-437C-BE96-55DB7E44F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36316" y="3901598"/>
                  <a:ext cx="9682" cy="1133256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82060F3-3D6F-470D-B895-5CFE24FA3A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55759" y="2933002"/>
                  <a:ext cx="0" cy="198613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55AEFCC4-9965-40F7-9E54-8A82EC136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43439" y="1877785"/>
                  <a:ext cx="302559" cy="255163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2CB63193-FF63-448E-B5A2-BF58473388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36316" y="2117708"/>
                  <a:ext cx="9682" cy="733738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9A584D5-8425-4F4A-93FC-9D7D9D6342D3}"/>
                    </a:ext>
                  </a:extLst>
                </p:cNvPr>
                <p:cNvSpPr txBox="1"/>
                <p:nvPr/>
              </p:nvSpPr>
              <p:spPr>
                <a:xfrm>
                  <a:off x="7696556" y="4515183"/>
                  <a:ext cx="13700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600" dirty="0">
                      <a:solidFill>
                        <a:srgbClr val="92D050"/>
                      </a:solidFill>
                    </a:rPr>
                    <a:t>my commits</a:t>
                  </a: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D428821-2A08-4A10-8970-0A921426FF9C}"/>
                    </a:ext>
                  </a:extLst>
                </p:cNvPr>
                <p:cNvSpPr/>
                <p:nvPr/>
              </p:nvSpPr>
              <p:spPr>
                <a:xfrm>
                  <a:off x="7543131" y="4629803"/>
                  <a:ext cx="205734" cy="1905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F1901BA4-5300-4EAF-87B8-54273D81D0FD}"/>
                    </a:ext>
                  </a:extLst>
                </p:cNvPr>
                <p:cNvSpPr/>
                <p:nvPr/>
              </p:nvSpPr>
              <p:spPr>
                <a:xfrm>
                  <a:off x="7543131" y="4164500"/>
                  <a:ext cx="205734" cy="1905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332BA07A-C625-4C7F-8DFF-3B58C74C4018}"/>
                    </a:ext>
                  </a:extLst>
                </p:cNvPr>
                <p:cNvSpPr/>
                <p:nvPr/>
              </p:nvSpPr>
              <p:spPr>
                <a:xfrm>
                  <a:off x="7543131" y="2515112"/>
                  <a:ext cx="205734" cy="1905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A81A6E4B-87F8-4A7E-985B-AFFB15E13B00}"/>
                    </a:ext>
                  </a:extLst>
                </p:cNvPr>
                <p:cNvSpPr/>
                <p:nvPr/>
              </p:nvSpPr>
              <p:spPr>
                <a:xfrm>
                  <a:off x="7543131" y="2109401"/>
                  <a:ext cx="205734" cy="1905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DC51F944-9EB0-4D47-8A15-9C3C168C0902}"/>
                    </a:ext>
                  </a:extLst>
                </p:cNvPr>
                <p:cNvSpPr/>
                <p:nvPr/>
              </p:nvSpPr>
              <p:spPr>
                <a:xfrm>
                  <a:off x="6752892" y="4641630"/>
                  <a:ext cx="205734" cy="1905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8FF6248-CFDE-4603-8F45-9A878F36C6A8}"/>
                    </a:ext>
                  </a:extLst>
                </p:cNvPr>
                <p:cNvSpPr txBox="1"/>
                <p:nvPr/>
              </p:nvSpPr>
              <p:spPr>
                <a:xfrm>
                  <a:off x="5661660" y="4456032"/>
                  <a:ext cx="111264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600" dirty="0">
                      <a:solidFill>
                        <a:srgbClr val="FFC000"/>
                      </a:solidFill>
                    </a:rPr>
                    <a:t>my friend’s commits</a:t>
                  </a: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FD40541-5AF0-4F86-8E43-C06902C7ED65}"/>
                    </a:ext>
                  </a:extLst>
                </p:cNvPr>
                <p:cNvSpPr/>
                <p:nvPr/>
              </p:nvSpPr>
              <p:spPr>
                <a:xfrm>
                  <a:off x="6752892" y="4215259"/>
                  <a:ext cx="205734" cy="1905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1E376900-DAB3-4511-B916-2A17A43D8627}"/>
                    </a:ext>
                  </a:extLst>
                </p:cNvPr>
                <p:cNvSpPr/>
                <p:nvPr/>
              </p:nvSpPr>
              <p:spPr>
                <a:xfrm>
                  <a:off x="6751956" y="3788888"/>
                  <a:ext cx="205734" cy="1905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87DFBFBE-2409-49A6-80F9-1ABBB1DD570D}"/>
                    </a:ext>
                  </a:extLst>
                </p:cNvPr>
                <p:cNvSpPr/>
                <p:nvPr/>
              </p:nvSpPr>
              <p:spPr>
                <a:xfrm>
                  <a:off x="6748594" y="3362517"/>
                  <a:ext cx="205734" cy="1905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E4C687AC-36CD-409A-8E09-A89144E048AF}"/>
                    </a:ext>
                  </a:extLst>
                </p:cNvPr>
                <p:cNvSpPr/>
                <p:nvPr/>
              </p:nvSpPr>
              <p:spPr>
                <a:xfrm>
                  <a:off x="6755278" y="2986865"/>
                  <a:ext cx="205734" cy="1905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F0944A30-00D9-4DFD-9EEE-440873B9FFE2}"/>
                    </a:ext>
                  </a:extLst>
                </p:cNvPr>
                <p:cNvSpPr/>
                <p:nvPr/>
              </p:nvSpPr>
              <p:spPr>
                <a:xfrm>
                  <a:off x="7240571" y="1806650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3CF161D7-80D5-4959-846D-28C8DF44C26B}"/>
                    </a:ext>
                  </a:extLst>
                </p:cNvPr>
                <p:cNvSpPr/>
                <p:nvPr/>
              </p:nvSpPr>
              <p:spPr>
                <a:xfrm>
                  <a:off x="7237676" y="3612405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518A1B6D-081B-4BEE-B911-211A81577892}"/>
                    </a:ext>
                  </a:extLst>
                </p:cNvPr>
                <p:cNvSpPr/>
                <p:nvPr/>
              </p:nvSpPr>
              <p:spPr>
                <a:xfrm>
                  <a:off x="7237676" y="2415536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A9E2774-4319-41DD-8B4E-8698E2160573}"/>
                    </a:ext>
                  </a:extLst>
                </p:cNvPr>
                <p:cNvSpPr txBox="1"/>
                <p:nvPr/>
              </p:nvSpPr>
              <p:spPr>
                <a:xfrm>
                  <a:off x="7536963" y="1091501"/>
                  <a:ext cx="7940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rgbClr val="0070C0"/>
                      </a:solidFill>
                    </a:rPr>
                    <a:t>main</a:t>
                  </a:r>
                </a:p>
              </p:txBody>
            </p: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B56C0823-4643-4BD0-BB15-235D002DE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69106" y="1371298"/>
                  <a:ext cx="463282" cy="341630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72A224-4275-42C4-85BF-5340DC3FB77C}"/>
                    </a:ext>
                  </a:extLst>
                </p:cNvPr>
                <p:cNvSpPr txBox="1"/>
                <p:nvPr/>
              </p:nvSpPr>
              <p:spPr>
                <a:xfrm>
                  <a:off x="7671664" y="1646988"/>
                  <a:ext cx="13700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rgbClr val="92D050"/>
                      </a:solidFill>
                    </a:rPr>
                    <a:t>my_branch2</a:t>
                  </a:r>
                </a:p>
              </p:txBody>
            </p: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BFBBC31-00A0-468A-8A36-55AD7B774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53065" y="1955841"/>
                  <a:ext cx="450850" cy="532130"/>
                </a:xfrm>
                <a:prstGeom prst="line">
                  <a:avLst/>
                </a:prstGeom>
                <a:ln w="63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A9F0A2A-571A-4F4C-B481-923E2D9A0498}"/>
                    </a:ext>
                  </a:extLst>
                </p:cNvPr>
                <p:cNvSpPr txBox="1"/>
                <p:nvPr/>
              </p:nvSpPr>
              <p:spPr>
                <a:xfrm>
                  <a:off x="7681219" y="3071816"/>
                  <a:ext cx="13700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rgbClr val="92D050"/>
                      </a:solidFill>
                    </a:rPr>
                    <a:t>my_branch1</a:t>
                  </a:r>
                </a:p>
              </p:txBody>
            </p: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4E9B5197-57D9-4B53-BDA3-C2F18503A1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62620" y="3380669"/>
                  <a:ext cx="450850" cy="532130"/>
                </a:xfrm>
                <a:prstGeom prst="line">
                  <a:avLst/>
                </a:prstGeom>
                <a:ln w="63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6447500-EFBB-4F01-81C6-E3F0D028A07C}"/>
                    </a:ext>
                  </a:extLst>
                </p:cNvPr>
                <p:cNvSpPr txBox="1"/>
                <p:nvPr/>
              </p:nvSpPr>
              <p:spPr>
                <a:xfrm>
                  <a:off x="5273044" y="2223165"/>
                  <a:ext cx="1550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err="1">
                      <a:solidFill>
                        <a:srgbClr val="FFC000"/>
                      </a:solidFill>
                    </a:rPr>
                    <a:t>friend_branch</a:t>
                  </a:r>
                  <a:endParaRPr lang="en-GB" dirty="0">
                    <a:solidFill>
                      <a:srgbClr val="FFC000"/>
                    </a:solidFill>
                  </a:endParaRPr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38326861-A051-41B8-BD03-BB6DABE088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5412" y="2561619"/>
                  <a:ext cx="433084" cy="308343"/>
                </a:xfrm>
                <a:prstGeom prst="line">
                  <a:avLst/>
                </a:prstGeom>
                <a:ln w="63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3AEBA6D-B84F-4C0F-9C03-CCB6520AD5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93638" y="5161411"/>
                <a:ext cx="479119" cy="407762"/>
              </a:xfrm>
              <a:prstGeom prst="line">
                <a:avLst/>
              </a:prstGeom>
              <a:ln w="571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0099137-0EBD-4FDD-8A0B-1F90725590AA}"/>
                  </a:ext>
                </a:extLst>
              </p:cNvPr>
              <p:cNvSpPr/>
              <p:nvPr/>
            </p:nvSpPr>
            <p:spPr>
              <a:xfrm>
                <a:off x="4464636" y="5436303"/>
                <a:ext cx="205734" cy="1905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E9DC463-0680-4324-B70B-28B8F5645B7E}"/>
                  </a:ext>
                </a:extLst>
              </p:cNvPr>
              <p:cNvSpPr/>
              <p:nvPr/>
            </p:nvSpPr>
            <p:spPr>
              <a:xfrm>
                <a:off x="4483869" y="3118258"/>
                <a:ext cx="205734" cy="1905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4B3D8E-3D07-4259-B118-FC6CF8A261D8}"/>
                </a:ext>
              </a:extLst>
            </p:cNvPr>
            <p:cNvSpPr/>
            <p:nvPr/>
          </p:nvSpPr>
          <p:spPr>
            <a:xfrm>
              <a:off x="8319458" y="3821115"/>
              <a:ext cx="601992" cy="391766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6" name="Picture 55" descr="A close up of a logo&#10;&#10;Description automatically generated">
              <a:extLst>
                <a:ext uri="{FF2B5EF4-FFF2-40B4-BE49-F238E27FC236}">
                  <a16:creationId xmlns:a16="http://schemas.microsoft.com/office/drawing/2014/main" id="{34518934-4EA4-4D70-8088-38A2D0CDB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2544" y="3671958"/>
              <a:ext cx="338554" cy="338554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D3B42AA-68D2-4549-BEFA-60C35DDFA7F1}"/>
                </a:ext>
              </a:extLst>
            </p:cNvPr>
            <p:cNvSpPr/>
            <p:nvPr/>
          </p:nvSpPr>
          <p:spPr>
            <a:xfrm>
              <a:off x="8280173" y="1977657"/>
              <a:ext cx="601992" cy="393256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57" descr="A close up of a logo&#10;&#10;Description automatically generated">
              <a:extLst>
                <a:ext uri="{FF2B5EF4-FFF2-40B4-BE49-F238E27FC236}">
                  <a16:creationId xmlns:a16="http://schemas.microsoft.com/office/drawing/2014/main" id="{1A640E4F-6D48-41E7-92DB-987D6DC23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7461" y="1822782"/>
              <a:ext cx="338554" cy="338554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BD72B6D-FE07-4559-A7E2-2727F04F499F}"/>
                </a:ext>
              </a:extLst>
            </p:cNvPr>
            <p:cNvSpPr/>
            <p:nvPr/>
          </p:nvSpPr>
          <p:spPr>
            <a:xfrm>
              <a:off x="8286036" y="2618575"/>
              <a:ext cx="601992" cy="369332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0" name="Picture 59" descr="A close up of a logo&#10;&#10;Description automatically generated">
              <a:extLst>
                <a:ext uri="{FF2B5EF4-FFF2-40B4-BE49-F238E27FC236}">
                  <a16:creationId xmlns:a16="http://schemas.microsoft.com/office/drawing/2014/main" id="{C93456D0-C697-440D-A72B-DDB20577A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9599" y="2441443"/>
              <a:ext cx="338554" cy="338554"/>
            </a:xfrm>
            <a:prstGeom prst="rect">
              <a:avLst/>
            </a:prstGeom>
          </p:spPr>
        </p:pic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DEF5B3B-4F24-4D6A-AF7C-CF3349A25CB8}"/>
              </a:ext>
            </a:extLst>
          </p:cNvPr>
          <p:cNvGrpSpPr/>
          <p:nvPr/>
        </p:nvGrpSpPr>
        <p:grpSpPr>
          <a:xfrm>
            <a:off x="459281" y="1685729"/>
            <a:ext cx="4954256" cy="2100196"/>
            <a:chOff x="459281" y="1685729"/>
            <a:chExt cx="4954256" cy="210019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44CE06D-2EF6-421A-B71D-BFDCCCA12593}"/>
                </a:ext>
              </a:extLst>
            </p:cNvPr>
            <p:cNvGrpSpPr/>
            <p:nvPr/>
          </p:nvGrpSpPr>
          <p:grpSpPr>
            <a:xfrm>
              <a:off x="500590" y="1685729"/>
              <a:ext cx="4912947" cy="2100196"/>
              <a:chOff x="500590" y="1685729"/>
              <a:chExt cx="4912947" cy="210019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26D9ECB-4E61-46EA-9441-F2268576B8A9}"/>
                  </a:ext>
                </a:extLst>
              </p:cNvPr>
              <p:cNvGrpSpPr/>
              <p:nvPr/>
            </p:nvGrpSpPr>
            <p:grpSpPr>
              <a:xfrm rot="5400000">
                <a:off x="1906966" y="279353"/>
                <a:ext cx="2100196" cy="4912947"/>
                <a:chOff x="3428308" y="1135115"/>
                <a:chExt cx="2100196" cy="4912947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0BF43068-7D6D-42B9-AA80-A4E10BD28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00049" y="5273005"/>
                  <a:ext cx="275266" cy="291638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8B3AA0A-2344-4DF5-AFF7-6D3CB9018BE7}"/>
                    </a:ext>
                  </a:extLst>
                </p:cNvPr>
                <p:cNvGrpSpPr/>
                <p:nvPr/>
              </p:nvGrpSpPr>
              <p:grpSpPr>
                <a:xfrm>
                  <a:off x="3428308" y="1135115"/>
                  <a:ext cx="2100196" cy="4912947"/>
                  <a:chOff x="6189309" y="879146"/>
                  <a:chExt cx="2100196" cy="4912947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573A8DEB-0087-44E4-90A9-DCA093B8A2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43439" y="3661675"/>
                    <a:ext cx="302559" cy="255163"/>
                  </a:xfrm>
                  <a:prstGeom prst="line">
                    <a:avLst/>
                  </a:prstGeom>
                  <a:ln w="57150"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6563F98F-3318-4A5A-9C6D-685B0C0DA9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 flipV="1">
                    <a:off x="5209071" y="3657725"/>
                    <a:ext cx="4259055" cy="9682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1AD05223-EA63-4E4C-8BF3-A21E421279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50359" y="2461477"/>
                    <a:ext cx="487680" cy="50292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D32C561B-6D4E-43D9-813C-285E8D384C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636316" y="3901598"/>
                    <a:ext cx="9682" cy="1133256"/>
                  </a:xfrm>
                  <a:prstGeom prst="line">
                    <a:avLst/>
                  </a:prstGeom>
                  <a:ln w="57150"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A21B0BD9-9AD8-4F47-8FDA-D556CB4230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55759" y="2933002"/>
                    <a:ext cx="0" cy="1986131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3ED2FD2-A9FA-47D4-BC10-77EAF570FC9B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145712" y="4852460"/>
                    <a:ext cx="13700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92D050"/>
                        </a:solidFill>
                      </a:rPr>
                      <a:t>my commits</a:t>
                    </a: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CDDA331-20E2-409C-8E55-05A9AC8AE0DE}"/>
                      </a:ext>
                    </a:extLst>
                  </p:cNvPr>
                  <p:cNvSpPr/>
                  <p:nvPr/>
                </p:nvSpPr>
                <p:spPr>
                  <a:xfrm>
                    <a:off x="7543131" y="4629803"/>
                    <a:ext cx="205734" cy="1905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CE9FB715-2862-4BC8-A95F-8EDBFE35A5DE}"/>
                      </a:ext>
                    </a:extLst>
                  </p:cNvPr>
                  <p:cNvSpPr/>
                  <p:nvPr/>
                </p:nvSpPr>
                <p:spPr>
                  <a:xfrm>
                    <a:off x="7543131" y="4164500"/>
                    <a:ext cx="205734" cy="1905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923B67A9-51FD-4499-B31F-1C7E162C9338}"/>
                      </a:ext>
                    </a:extLst>
                  </p:cNvPr>
                  <p:cNvSpPr/>
                  <p:nvPr/>
                </p:nvSpPr>
                <p:spPr>
                  <a:xfrm>
                    <a:off x="6752892" y="4641630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11FA13EF-4235-47DB-9948-36CDD8F77B83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63820" y="4578707"/>
                    <a:ext cx="111264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200" dirty="0">
                        <a:solidFill>
                          <a:srgbClr val="FFC000"/>
                        </a:solidFill>
                      </a:rPr>
                      <a:t>my friend’s commits</a:t>
                    </a:r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0AEC52DF-9CEC-4592-9DE9-DAE3F5DFD9B1}"/>
                      </a:ext>
                    </a:extLst>
                  </p:cNvPr>
                  <p:cNvSpPr/>
                  <p:nvPr/>
                </p:nvSpPr>
                <p:spPr>
                  <a:xfrm>
                    <a:off x="6752892" y="4215259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AB18D55B-EF28-40CE-8E29-9A5F298FFD53}"/>
                      </a:ext>
                    </a:extLst>
                  </p:cNvPr>
                  <p:cNvSpPr/>
                  <p:nvPr/>
                </p:nvSpPr>
                <p:spPr>
                  <a:xfrm>
                    <a:off x="6751956" y="3788888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1BE785DB-EE0B-428E-B708-052F68A22F04}"/>
                      </a:ext>
                    </a:extLst>
                  </p:cNvPr>
                  <p:cNvSpPr/>
                  <p:nvPr/>
                </p:nvSpPr>
                <p:spPr>
                  <a:xfrm>
                    <a:off x="6748594" y="3362517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10CF805C-A875-42AF-B00E-CB3353A525C3}"/>
                      </a:ext>
                    </a:extLst>
                  </p:cNvPr>
                  <p:cNvSpPr/>
                  <p:nvPr/>
                </p:nvSpPr>
                <p:spPr>
                  <a:xfrm>
                    <a:off x="6755278" y="2986865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C42BB311-B750-413A-93C3-A7A533C824B1}"/>
                      </a:ext>
                    </a:extLst>
                  </p:cNvPr>
                  <p:cNvSpPr/>
                  <p:nvPr/>
                </p:nvSpPr>
                <p:spPr>
                  <a:xfrm>
                    <a:off x="7240571" y="1806650"/>
                    <a:ext cx="205734" cy="19050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822D0843-CCB0-4992-B5DE-AE33B17AB90F}"/>
                      </a:ext>
                    </a:extLst>
                  </p:cNvPr>
                  <p:cNvSpPr/>
                  <p:nvPr/>
                </p:nvSpPr>
                <p:spPr>
                  <a:xfrm>
                    <a:off x="7237676" y="3612405"/>
                    <a:ext cx="205734" cy="19050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850C07E6-0DA7-46DC-AA98-98306CF2C7DB}"/>
                      </a:ext>
                    </a:extLst>
                  </p:cNvPr>
                  <p:cNvSpPr/>
                  <p:nvPr/>
                </p:nvSpPr>
                <p:spPr>
                  <a:xfrm>
                    <a:off x="7237676" y="2415536"/>
                    <a:ext cx="205734" cy="19050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179E80B5-A91A-4AC1-AD7F-9B20AF91E52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90798" y="1137667"/>
                    <a:ext cx="79404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0070C0"/>
                        </a:solidFill>
                      </a:rPr>
                      <a:t>main</a:t>
                    </a:r>
                  </a:p>
                </p:txBody>
              </p: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785F9A2B-A526-435A-9EA6-B23898E15B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369106" y="1371298"/>
                    <a:ext cx="463282" cy="341630"/>
                  </a:xfrm>
                  <a:prstGeom prst="line">
                    <a:avLst/>
                  </a:prstGeom>
                  <a:ln w="63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C5D71B1-DF1E-4346-BBCA-53AF93412F93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65973" y="3252146"/>
                    <a:ext cx="13700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92D050"/>
                        </a:solidFill>
                      </a:rPr>
                      <a:t>my_branch1</a:t>
                    </a:r>
                  </a:p>
                </p:txBody>
              </p: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533DAF6C-3AC8-4A77-9F7E-3C6CA25BC2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662620" y="3380669"/>
                    <a:ext cx="450850" cy="532130"/>
                  </a:xfrm>
                  <a:prstGeom prst="line">
                    <a:avLst/>
                  </a:prstGeom>
                  <a:ln w="6350"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DD7DDD1-9ABD-46EA-89BA-05B9057792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93638" y="5161411"/>
                  <a:ext cx="479119" cy="40776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E4A4A5B6-AFC6-4D00-9D53-E7DDB254F3C4}"/>
                    </a:ext>
                  </a:extLst>
                </p:cNvPr>
                <p:cNvSpPr/>
                <p:nvPr/>
              </p:nvSpPr>
              <p:spPr>
                <a:xfrm>
                  <a:off x="4464636" y="5436303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0354FCB-5F6B-41DF-85CD-1763340BD7D9}"/>
                    </a:ext>
                  </a:extLst>
                </p:cNvPr>
                <p:cNvSpPr/>
                <p:nvPr/>
              </p:nvSpPr>
              <p:spPr>
                <a:xfrm>
                  <a:off x="4483869" y="3118258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03C4D63-705F-4DCD-B4D0-6788864C982E}"/>
                  </a:ext>
                </a:extLst>
              </p:cNvPr>
              <p:cNvSpPr txBox="1"/>
              <p:nvPr/>
            </p:nvSpPr>
            <p:spPr>
              <a:xfrm>
                <a:off x="3252226" y="1821811"/>
                <a:ext cx="15501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err="1">
                    <a:solidFill>
                      <a:srgbClr val="FFC000"/>
                    </a:solidFill>
                  </a:rPr>
                  <a:t>friend_branch</a:t>
                </a:r>
                <a:endParaRPr lang="en-GB" sz="1200" dirty="0">
                  <a:solidFill>
                    <a:srgbClr val="FFC000"/>
                  </a:solidFill>
                </a:endParaRP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D1BB79E-C564-41CF-971B-27A1024804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11004" y="2133878"/>
                <a:ext cx="53864" cy="210029"/>
              </a:xfrm>
              <a:prstGeom prst="line">
                <a:avLst/>
              </a:prstGeom>
              <a:ln w="63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3B483B1-3404-4222-8736-618DAEA204DF}"/>
                </a:ext>
              </a:extLst>
            </p:cNvPr>
            <p:cNvSpPr/>
            <p:nvPr/>
          </p:nvSpPr>
          <p:spPr>
            <a:xfrm rot="5400000">
              <a:off x="451664" y="2735086"/>
              <a:ext cx="205734" cy="1905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F1459D1-90E9-4F61-85F1-7745B895EB3A}"/>
              </a:ext>
            </a:extLst>
          </p:cNvPr>
          <p:cNvGrpSpPr/>
          <p:nvPr/>
        </p:nvGrpSpPr>
        <p:grpSpPr>
          <a:xfrm>
            <a:off x="616686" y="4203610"/>
            <a:ext cx="4954251" cy="2100196"/>
            <a:chOff x="459281" y="1685723"/>
            <a:chExt cx="4954251" cy="2100196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DA0F083-B8AF-4245-A2C9-0C6ECCDD795C}"/>
                </a:ext>
              </a:extLst>
            </p:cNvPr>
            <p:cNvGrpSpPr/>
            <p:nvPr/>
          </p:nvGrpSpPr>
          <p:grpSpPr>
            <a:xfrm>
              <a:off x="500585" y="1685723"/>
              <a:ext cx="4912947" cy="2100196"/>
              <a:chOff x="500585" y="1685723"/>
              <a:chExt cx="4912947" cy="2100196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A0C20081-73A8-4C95-8339-9476001EBAB4}"/>
                  </a:ext>
                </a:extLst>
              </p:cNvPr>
              <p:cNvGrpSpPr/>
              <p:nvPr/>
            </p:nvGrpSpPr>
            <p:grpSpPr>
              <a:xfrm rot="5400000">
                <a:off x="1906961" y="279347"/>
                <a:ext cx="2100196" cy="4912947"/>
                <a:chOff x="3428307" y="1135115"/>
                <a:chExt cx="2100196" cy="4912947"/>
              </a:xfrm>
            </p:grpSpPr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B8957F97-C860-4279-858C-A864A96678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00049" y="5273005"/>
                  <a:ext cx="275266" cy="291638"/>
                </a:xfrm>
                <a:prstGeom prst="line">
                  <a:avLst/>
                </a:prstGeom>
                <a:ln w="57150">
                  <a:solidFill>
                    <a:srgbClr val="92D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873B9B5B-2072-4691-9FD1-C432132D4254}"/>
                    </a:ext>
                  </a:extLst>
                </p:cNvPr>
                <p:cNvGrpSpPr/>
                <p:nvPr/>
              </p:nvGrpSpPr>
              <p:grpSpPr>
                <a:xfrm>
                  <a:off x="3428307" y="1135115"/>
                  <a:ext cx="2100196" cy="4912947"/>
                  <a:chOff x="6189308" y="879146"/>
                  <a:chExt cx="2100196" cy="4912947"/>
                </a:xfrm>
              </p:grpSpPr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85AAD9A9-1718-4CC7-B271-6FF0B8CBF7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 flipV="1">
                    <a:off x="5209071" y="3657725"/>
                    <a:ext cx="4259055" cy="9682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D08CB000-F081-456F-9BC7-62A289FBFF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636316" y="3901598"/>
                    <a:ext cx="9682" cy="1133256"/>
                  </a:xfrm>
                  <a:prstGeom prst="line">
                    <a:avLst/>
                  </a:prstGeom>
                  <a:ln w="57150"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62FE97A5-6C83-4B4D-8F89-75D17486C1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55759" y="2933002"/>
                    <a:ext cx="0" cy="1986131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93892328-EE66-4B73-8D60-051954D5216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145712" y="4852459"/>
                    <a:ext cx="13700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92D050"/>
                        </a:solidFill>
                      </a:rPr>
                      <a:t>my commits</a:t>
                    </a:r>
                  </a:p>
                </p:txBody>
              </p:sp>
              <p:sp>
                <p:nvSpPr>
                  <p:cNvPr id="157" name="Oval 156">
                    <a:extLst>
                      <a:ext uri="{FF2B5EF4-FFF2-40B4-BE49-F238E27FC236}">
                        <a16:creationId xmlns:a16="http://schemas.microsoft.com/office/drawing/2014/main" id="{F7353231-FC4F-474D-8C70-176F12BFF768}"/>
                      </a:ext>
                    </a:extLst>
                  </p:cNvPr>
                  <p:cNvSpPr/>
                  <p:nvPr/>
                </p:nvSpPr>
                <p:spPr>
                  <a:xfrm>
                    <a:off x="7543131" y="4629803"/>
                    <a:ext cx="205734" cy="1905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9F359970-D4D5-46EF-9BD9-117733A36A53}"/>
                      </a:ext>
                    </a:extLst>
                  </p:cNvPr>
                  <p:cNvSpPr/>
                  <p:nvPr/>
                </p:nvSpPr>
                <p:spPr>
                  <a:xfrm>
                    <a:off x="7543131" y="4164500"/>
                    <a:ext cx="205734" cy="1905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DD5A412-A794-40B5-BA80-5FA6B2789988}"/>
                      </a:ext>
                    </a:extLst>
                  </p:cNvPr>
                  <p:cNvSpPr/>
                  <p:nvPr/>
                </p:nvSpPr>
                <p:spPr>
                  <a:xfrm>
                    <a:off x="6752892" y="4641630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26F51F35-6714-47A6-A2DC-93007583FD2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63819" y="4578707"/>
                    <a:ext cx="111264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200" dirty="0">
                        <a:solidFill>
                          <a:srgbClr val="FFC000"/>
                        </a:solidFill>
                      </a:rPr>
                      <a:t>my friend’s commits</a:t>
                    </a:r>
                  </a:p>
                </p:txBody>
              </p:sp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88927B5F-CBC8-442B-8015-34E17E12715F}"/>
                      </a:ext>
                    </a:extLst>
                  </p:cNvPr>
                  <p:cNvSpPr/>
                  <p:nvPr/>
                </p:nvSpPr>
                <p:spPr>
                  <a:xfrm>
                    <a:off x="6752892" y="4215259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C71DCE6B-6028-4D24-8EE9-51DD0631A262}"/>
                      </a:ext>
                    </a:extLst>
                  </p:cNvPr>
                  <p:cNvSpPr/>
                  <p:nvPr/>
                </p:nvSpPr>
                <p:spPr>
                  <a:xfrm>
                    <a:off x="6751956" y="3788888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8063922D-1E0A-40F2-9FE0-58E78E4A9050}"/>
                      </a:ext>
                    </a:extLst>
                  </p:cNvPr>
                  <p:cNvSpPr/>
                  <p:nvPr/>
                </p:nvSpPr>
                <p:spPr>
                  <a:xfrm>
                    <a:off x="6748594" y="3362517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B320D1AB-C80C-488D-98F3-9EC975DCCFE8}"/>
                      </a:ext>
                    </a:extLst>
                  </p:cNvPr>
                  <p:cNvSpPr/>
                  <p:nvPr/>
                </p:nvSpPr>
                <p:spPr>
                  <a:xfrm>
                    <a:off x="6755278" y="2986865"/>
                    <a:ext cx="205734" cy="1905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1B9ECC37-75BE-45C1-B065-DA4A86292AF2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90797" y="1137667"/>
                    <a:ext cx="79404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0070C0"/>
                        </a:solidFill>
                      </a:rPr>
                      <a:t>main</a:t>
                    </a:r>
                  </a:p>
                </p:txBody>
              </p: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C770D57B-3F83-4219-A93D-CF671BE877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369106" y="1371298"/>
                    <a:ext cx="463282" cy="341630"/>
                  </a:xfrm>
                  <a:prstGeom prst="line">
                    <a:avLst/>
                  </a:prstGeom>
                  <a:ln w="63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56037487-F2DD-4389-995E-051577559ECF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65972" y="3252146"/>
                    <a:ext cx="13700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rgbClr val="92D050"/>
                        </a:solidFill>
                      </a:rPr>
                      <a:t>my_branch1</a:t>
                    </a:r>
                  </a:p>
                </p:txBody>
              </p: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A7CA4FB7-46ED-4434-804A-B89C781D49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662620" y="3380669"/>
                    <a:ext cx="450850" cy="532130"/>
                  </a:xfrm>
                  <a:prstGeom prst="line">
                    <a:avLst/>
                  </a:prstGeom>
                  <a:ln w="6350"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EDD6A00B-B569-48B8-8ADD-B9836BC860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93638" y="5161411"/>
                  <a:ext cx="479119" cy="40776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223465FE-EAF0-4959-8A22-33DA9FE6DA7F}"/>
                    </a:ext>
                  </a:extLst>
                </p:cNvPr>
                <p:cNvSpPr/>
                <p:nvPr/>
              </p:nvSpPr>
              <p:spPr>
                <a:xfrm>
                  <a:off x="4464636" y="5436303"/>
                  <a:ext cx="205734" cy="19050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8E11EE4-7F40-44C7-B1D0-6F0874C00BDA}"/>
                  </a:ext>
                </a:extLst>
              </p:cNvPr>
              <p:cNvSpPr txBox="1"/>
              <p:nvPr/>
            </p:nvSpPr>
            <p:spPr>
              <a:xfrm>
                <a:off x="3252226" y="1821811"/>
                <a:ext cx="15501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err="1">
                    <a:solidFill>
                      <a:srgbClr val="FFC000"/>
                    </a:solidFill>
                  </a:rPr>
                  <a:t>friend_branch</a:t>
                </a:r>
                <a:endParaRPr lang="en-GB" sz="1200" dirty="0">
                  <a:solidFill>
                    <a:srgbClr val="FFC000"/>
                  </a:solidFill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56737C6-75BC-48D9-9571-AFDAF7F27A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11004" y="2133878"/>
                <a:ext cx="53864" cy="210029"/>
              </a:xfrm>
              <a:prstGeom prst="line">
                <a:avLst/>
              </a:prstGeom>
              <a:ln w="63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F53F296-5D96-44BD-A593-919F7FA8216D}"/>
                </a:ext>
              </a:extLst>
            </p:cNvPr>
            <p:cNvSpPr/>
            <p:nvPr/>
          </p:nvSpPr>
          <p:spPr>
            <a:xfrm rot="5400000">
              <a:off x="451664" y="2735086"/>
              <a:ext cx="205734" cy="1905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79880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F55A2-53B7-45EF-A844-9A3C08B8C0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" t="2920" b="9308"/>
          <a:stretch/>
        </p:blipFill>
        <p:spPr>
          <a:xfrm>
            <a:off x="556590" y="1371600"/>
            <a:ext cx="6601501" cy="36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92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A6F745-6B45-45A2-8759-BC347D2D3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674" y="0"/>
            <a:ext cx="4820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53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BEB59-CA34-4692-9AC9-B4A819FAC0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0" r="5797"/>
          <a:stretch/>
        </p:blipFill>
        <p:spPr>
          <a:xfrm>
            <a:off x="4952997" y="2932042"/>
            <a:ext cx="2153481" cy="115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92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99A2197-21C5-4A30-A2B7-7993BB17A89B}"/>
              </a:ext>
            </a:extLst>
          </p:cNvPr>
          <p:cNvGrpSpPr/>
          <p:nvPr/>
        </p:nvGrpSpPr>
        <p:grpSpPr>
          <a:xfrm>
            <a:off x="451649" y="289681"/>
            <a:ext cx="11668816" cy="5835270"/>
            <a:chOff x="451649" y="289681"/>
            <a:chExt cx="11668816" cy="58352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5E1F7F-61B5-4B5E-BD6F-FA972F4A4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650" y="733049"/>
              <a:ext cx="11288700" cy="539190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96C21B-248D-4054-8128-00E303A75DBF}"/>
                </a:ext>
              </a:extLst>
            </p:cNvPr>
            <p:cNvSpPr txBox="1"/>
            <p:nvPr/>
          </p:nvSpPr>
          <p:spPr>
            <a:xfrm>
              <a:off x="8175804" y="316905"/>
              <a:ext cx="2070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3"/>
                  </a:solidFill>
                </a:rPr>
                <a:t>Used/Freed up memory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028FAD-0633-4A25-8FE4-B1106B326BD2}"/>
                </a:ext>
              </a:extLst>
            </p:cNvPr>
            <p:cNvSpPr/>
            <p:nvPr/>
          </p:nvSpPr>
          <p:spPr>
            <a:xfrm>
              <a:off x="8175804" y="936012"/>
              <a:ext cx="1649502" cy="1684708"/>
            </a:xfrm>
            <a:custGeom>
              <a:avLst/>
              <a:gdLst>
                <a:gd name="connsiteX0" fmla="*/ 0 w 1649502"/>
                <a:gd name="connsiteY0" fmla="*/ 274922 h 1684708"/>
                <a:gd name="connsiteX1" fmla="*/ 274922 w 1649502"/>
                <a:gd name="connsiteY1" fmla="*/ 0 h 1684708"/>
                <a:gd name="connsiteX2" fmla="*/ 835748 w 1649502"/>
                <a:gd name="connsiteY2" fmla="*/ 0 h 1684708"/>
                <a:gd name="connsiteX3" fmla="*/ 1374580 w 1649502"/>
                <a:gd name="connsiteY3" fmla="*/ 0 h 1684708"/>
                <a:gd name="connsiteX4" fmla="*/ 1649502 w 1649502"/>
                <a:gd name="connsiteY4" fmla="*/ 274922 h 1684708"/>
                <a:gd name="connsiteX5" fmla="*/ 1649502 w 1649502"/>
                <a:gd name="connsiteY5" fmla="*/ 853703 h 1684708"/>
                <a:gd name="connsiteX6" fmla="*/ 1649502 w 1649502"/>
                <a:gd name="connsiteY6" fmla="*/ 1409786 h 1684708"/>
                <a:gd name="connsiteX7" fmla="*/ 1374580 w 1649502"/>
                <a:gd name="connsiteY7" fmla="*/ 1684708 h 1684708"/>
                <a:gd name="connsiteX8" fmla="*/ 857741 w 1649502"/>
                <a:gd name="connsiteY8" fmla="*/ 1684708 h 1684708"/>
                <a:gd name="connsiteX9" fmla="*/ 274922 w 1649502"/>
                <a:gd name="connsiteY9" fmla="*/ 1684708 h 1684708"/>
                <a:gd name="connsiteX10" fmla="*/ 0 w 1649502"/>
                <a:gd name="connsiteY10" fmla="*/ 1409786 h 1684708"/>
                <a:gd name="connsiteX11" fmla="*/ 0 w 1649502"/>
                <a:gd name="connsiteY11" fmla="*/ 831005 h 1684708"/>
                <a:gd name="connsiteX12" fmla="*/ 0 w 1649502"/>
                <a:gd name="connsiteY12" fmla="*/ 274922 h 168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49502" h="1684708" extrusionOk="0">
                  <a:moveTo>
                    <a:pt x="0" y="274922"/>
                  </a:moveTo>
                  <a:cubicBezTo>
                    <a:pt x="2381" y="105174"/>
                    <a:pt x="126426" y="2690"/>
                    <a:pt x="274922" y="0"/>
                  </a:cubicBezTo>
                  <a:cubicBezTo>
                    <a:pt x="462709" y="-47266"/>
                    <a:pt x="599255" y="39834"/>
                    <a:pt x="835748" y="0"/>
                  </a:cubicBezTo>
                  <a:cubicBezTo>
                    <a:pt x="1072241" y="-39834"/>
                    <a:pt x="1210427" y="43432"/>
                    <a:pt x="1374580" y="0"/>
                  </a:cubicBezTo>
                  <a:cubicBezTo>
                    <a:pt x="1523220" y="10494"/>
                    <a:pt x="1678648" y="97451"/>
                    <a:pt x="1649502" y="274922"/>
                  </a:cubicBezTo>
                  <a:cubicBezTo>
                    <a:pt x="1705366" y="417557"/>
                    <a:pt x="1640914" y="634944"/>
                    <a:pt x="1649502" y="853703"/>
                  </a:cubicBezTo>
                  <a:cubicBezTo>
                    <a:pt x="1658090" y="1072462"/>
                    <a:pt x="1615793" y="1159966"/>
                    <a:pt x="1649502" y="1409786"/>
                  </a:cubicBezTo>
                  <a:cubicBezTo>
                    <a:pt x="1628957" y="1547815"/>
                    <a:pt x="1501039" y="1683249"/>
                    <a:pt x="1374580" y="1684708"/>
                  </a:cubicBezTo>
                  <a:cubicBezTo>
                    <a:pt x="1211557" y="1733851"/>
                    <a:pt x="995748" y="1671348"/>
                    <a:pt x="857741" y="1684708"/>
                  </a:cubicBezTo>
                  <a:cubicBezTo>
                    <a:pt x="719734" y="1698068"/>
                    <a:pt x="504324" y="1617182"/>
                    <a:pt x="274922" y="1684708"/>
                  </a:cubicBezTo>
                  <a:cubicBezTo>
                    <a:pt x="140411" y="1703855"/>
                    <a:pt x="8140" y="1553435"/>
                    <a:pt x="0" y="1409786"/>
                  </a:cubicBezTo>
                  <a:cubicBezTo>
                    <a:pt x="-12193" y="1157076"/>
                    <a:pt x="28991" y="1080072"/>
                    <a:pt x="0" y="831005"/>
                  </a:cubicBezTo>
                  <a:cubicBezTo>
                    <a:pt x="-28991" y="581938"/>
                    <a:pt x="37322" y="438082"/>
                    <a:pt x="0" y="274922"/>
                  </a:cubicBezTo>
                  <a:close/>
                </a:path>
              </a:pathLst>
            </a:cu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4266498984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B408319-DC63-4A18-B3CF-748D0BA87B58}"/>
                </a:ext>
              </a:extLst>
            </p:cNvPr>
            <p:cNvSpPr/>
            <p:nvPr/>
          </p:nvSpPr>
          <p:spPr>
            <a:xfrm>
              <a:off x="9921973" y="936012"/>
              <a:ext cx="1649502" cy="1684708"/>
            </a:xfrm>
            <a:custGeom>
              <a:avLst/>
              <a:gdLst>
                <a:gd name="connsiteX0" fmla="*/ 0 w 1649502"/>
                <a:gd name="connsiteY0" fmla="*/ 274922 h 1684708"/>
                <a:gd name="connsiteX1" fmla="*/ 274922 w 1649502"/>
                <a:gd name="connsiteY1" fmla="*/ 0 h 1684708"/>
                <a:gd name="connsiteX2" fmla="*/ 835748 w 1649502"/>
                <a:gd name="connsiteY2" fmla="*/ 0 h 1684708"/>
                <a:gd name="connsiteX3" fmla="*/ 1374580 w 1649502"/>
                <a:gd name="connsiteY3" fmla="*/ 0 h 1684708"/>
                <a:gd name="connsiteX4" fmla="*/ 1649502 w 1649502"/>
                <a:gd name="connsiteY4" fmla="*/ 274922 h 1684708"/>
                <a:gd name="connsiteX5" fmla="*/ 1649502 w 1649502"/>
                <a:gd name="connsiteY5" fmla="*/ 853703 h 1684708"/>
                <a:gd name="connsiteX6" fmla="*/ 1649502 w 1649502"/>
                <a:gd name="connsiteY6" fmla="*/ 1409786 h 1684708"/>
                <a:gd name="connsiteX7" fmla="*/ 1374580 w 1649502"/>
                <a:gd name="connsiteY7" fmla="*/ 1684708 h 1684708"/>
                <a:gd name="connsiteX8" fmla="*/ 857741 w 1649502"/>
                <a:gd name="connsiteY8" fmla="*/ 1684708 h 1684708"/>
                <a:gd name="connsiteX9" fmla="*/ 274922 w 1649502"/>
                <a:gd name="connsiteY9" fmla="*/ 1684708 h 1684708"/>
                <a:gd name="connsiteX10" fmla="*/ 0 w 1649502"/>
                <a:gd name="connsiteY10" fmla="*/ 1409786 h 1684708"/>
                <a:gd name="connsiteX11" fmla="*/ 0 w 1649502"/>
                <a:gd name="connsiteY11" fmla="*/ 831005 h 1684708"/>
                <a:gd name="connsiteX12" fmla="*/ 0 w 1649502"/>
                <a:gd name="connsiteY12" fmla="*/ 274922 h 168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49502" h="1684708" extrusionOk="0">
                  <a:moveTo>
                    <a:pt x="0" y="274922"/>
                  </a:moveTo>
                  <a:cubicBezTo>
                    <a:pt x="2381" y="105174"/>
                    <a:pt x="126426" y="2690"/>
                    <a:pt x="274922" y="0"/>
                  </a:cubicBezTo>
                  <a:cubicBezTo>
                    <a:pt x="462709" y="-47266"/>
                    <a:pt x="599255" y="39834"/>
                    <a:pt x="835748" y="0"/>
                  </a:cubicBezTo>
                  <a:cubicBezTo>
                    <a:pt x="1072241" y="-39834"/>
                    <a:pt x="1210427" y="43432"/>
                    <a:pt x="1374580" y="0"/>
                  </a:cubicBezTo>
                  <a:cubicBezTo>
                    <a:pt x="1523220" y="10494"/>
                    <a:pt x="1678648" y="97451"/>
                    <a:pt x="1649502" y="274922"/>
                  </a:cubicBezTo>
                  <a:cubicBezTo>
                    <a:pt x="1705366" y="417557"/>
                    <a:pt x="1640914" y="634944"/>
                    <a:pt x="1649502" y="853703"/>
                  </a:cubicBezTo>
                  <a:cubicBezTo>
                    <a:pt x="1658090" y="1072462"/>
                    <a:pt x="1615793" y="1159966"/>
                    <a:pt x="1649502" y="1409786"/>
                  </a:cubicBezTo>
                  <a:cubicBezTo>
                    <a:pt x="1628957" y="1547815"/>
                    <a:pt x="1501039" y="1683249"/>
                    <a:pt x="1374580" y="1684708"/>
                  </a:cubicBezTo>
                  <a:cubicBezTo>
                    <a:pt x="1211557" y="1733851"/>
                    <a:pt x="995748" y="1671348"/>
                    <a:pt x="857741" y="1684708"/>
                  </a:cubicBezTo>
                  <a:cubicBezTo>
                    <a:pt x="719734" y="1698068"/>
                    <a:pt x="504324" y="1617182"/>
                    <a:pt x="274922" y="1684708"/>
                  </a:cubicBezTo>
                  <a:cubicBezTo>
                    <a:pt x="140411" y="1703855"/>
                    <a:pt x="8140" y="1553435"/>
                    <a:pt x="0" y="1409786"/>
                  </a:cubicBezTo>
                  <a:cubicBezTo>
                    <a:pt x="-12193" y="1157076"/>
                    <a:pt x="28991" y="1080072"/>
                    <a:pt x="0" y="831005"/>
                  </a:cubicBezTo>
                  <a:cubicBezTo>
                    <a:pt x="-28991" y="581938"/>
                    <a:pt x="37322" y="438082"/>
                    <a:pt x="0" y="274922"/>
                  </a:cubicBezTo>
                  <a:close/>
                </a:path>
              </a:pathLst>
            </a:cu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4266498984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7E2F07-16A2-4E4E-B03A-C98E70EEC6C5}"/>
                </a:ext>
              </a:extLst>
            </p:cNvPr>
            <p:cNvSpPr txBox="1"/>
            <p:nvPr/>
          </p:nvSpPr>
          <p:spPr>
            <a:xfrm>
              <a:off x="9879018" y="289681"/>
              <a:ext cx="1909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3"/>
                  </a:solidFill>
                </a:rPr>
                <a:t>Time spent in each line of code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7B08604-27BC-459E-AA88-06250B3FBA8E}"/>
                </a:ext>
              </a:extLst>
            </p:cNvPr>
            <p:cNvSpPr/>
            <p:nvPr/>
          </p:nvSpPr>
          <p:spPr>
            <a:xfrm>
              <a:off x="451649" y="1026208"/>
              <a:ext cx="6453003" cy="1684708"/>
            </a:xfrm>
            <a:custGeom>
              <a:avLst/>
              <a:gdLst>
                <a:gd name="connsiteX0" fmla="*/ 0 w 6453003"/>
                <a:gd name="connsiteY0" fmla="*/ 280790 h 1684708"/>
                <a:gd name="connsiteX1" fmla="*/ 280790 w 6453003"/>
                <a:gd name="connsiteY1" fmla="*/ 0 h 1684708"/>
                <a:gd name="connsiteX2" fmla="*/ 928847 w 6453003"/>
                <a:gd name="connsiteY2" fmla="*/ 0 h 1684708"/>
                <a:gd name="connsiteX3" fmla="*/ 1341246 w 6453003"/>
                <a:gd name="connsiteY3" fmla="*/ 0 h 1684708"/>
                <a:gd name="connsiteX4" fmla="*/ 1930388 w 6453003"/>
                <a:gd name="connsiteY4" fmla="*/ 0 h 1684708"/>
                <a:gd name="connsiteX5" fmla="*/ 2401702 w 6453003"/>
                <a:gd name="connsiteY5" fmla="*/ 0 h 1684708"/>
                <a:gd name="connsiteX6" fmla="*/ 2931930 w 6453003"/>
                <a:gd name="connsiteY6" fmla="*/ 0 h 1684708"/>
                <a:gd name="connsiteX7" fmla="*/ 3344330 w 6453003"/>
                <a:gd name="connsiteY7" fmla="*/ 0 h 1684708"/>
                <a:gd name="connsiteX8" fmla="*/ 3874558 w 6453003"/>
                <a:gd name="connsiteY8" fmla="*/ 0 h 1684708"/>
                <a:gd name="connsiteX9" fmla="*/ 4404786 w 6453003"/>
                <a:gd name="connsiteY9" fmla="*/ 0 h 1684708"/>
                <a:gd name="connsiteX10" fmla="*/ 4817186 w 6453003"/>
                <a:gd name="connsiteY10" fmla="*/ 0 h 1684708"/>
                <a:gd name="connsiteX11" fmla="*/ 5347414 w 6453003"/>
                <a:gd name="connsiteY11" fmla="*/ 0 h 1684708"/>
                <a:gd name="connsiteX12" fmla="*/ 6172213 w 6453003"/>
                <a:gd name="connsiteY12" fmla="*/ 0 h 1684708"/>
                <a:gd name="connsiteX13" fmla="*/ 6453003 w 6453003"/>
                <a:gd name="connsiteY13" fmla="*/ 280790 h 1684708"/>
                <a:gd name="connsiteX14" fmla="*/ 6453003 w 6453003"/>
                <a:gd name="connsiteY14" fmla="*/ 853585 h 1684708"/>
                <a:gd name="connsiteX15" fmla="*/ 6453003 w 6453003"/>
                <a:gd name="connsiteY15" fmla="*/ 1403918 h 1684708"/>
                <a:gd name="connsiteX16" fmla="*/ 6172213 w 6453003"/>
                <a:gd name="connsiteY16" fmla="*/ 1684708 h 1684708"/>
                <a:gd name="connsiteX17" fmla="*/ 5583071 w 6453003"/>
                <a:gd name="connsiteY17" fmla="*/ 1684708 h 1684708"/>
                <a:gd name="connsiteX18" fmla="*/ 4993928 w 6453003"/>
                <a:gd name="connsiteY18" fmla="*/ 1684708 h 1684708"/>
                <a:gd name="connsiteX19" fmla="*/ 4286958 w 6453003"/>
                <a:gd name="connsiteY19" fmla="*/ 1684708 h 1684708"/>
                <a:gd name="connsiteX20" fmla="*/ 3638901 w 6453003"/>
                <a:gd name="connsiteY20" fmla="*/ 1684708 h 1684708"/>
                <a:gd name="connsiteX21" fmla="*/ 3049759 w 6453003"/>
                <a:gd name="connsiteY21" fmla="*/ 1684708 h 1684708"/>
                <a:gd name="connsiteX22" fmla="*/ 2460617 w 6453003"/>
                <a:gd name="connsiteY22" fmla="*/ 1684708 h 1684708"/>
                <a:gd name="connsiteX23" fmla="*/ 1753646 w 6453003"/>
                <a:gd name="connsiteY23" fmla="*/ 1684708 h 1684708"/>
                <a:gd name="connsiteX24" fmla="*/ 1164503 w 6453003"/>
                <a:gd name="connsiteY24" fmla="*/ 1684708 h 1684708"/>
                <a:gd name="connsiteX25" fmla="*/ 280790 w 6453003"/>
                <a:gd name="connsiteY25" fmla="*/ 1684708 h 1684708"/>
                <a:gd name="connsiteX26" fmla="*/ 0 w 6453003"/>
                <a:gd name="connsiteY26" fmla="*/ 1403918 h 1684708"/>
                <a:gd name="connsiteX27" fmla="*/ 0 w 6453003"/>
                <a:gd name="connsiteY27" fmla="*/ 864817 h 1684708"/>
                <a:gd name="connsiteX28" fmla="*/ 0 w 6453003"/>
                <a:gd name="connsiteY28" fmla="*/ 280790 h 168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453003" h="1684708" extrusionOk="0">
                  <a:moveTo>
                    <a:pt x="0" y="280790"/>
                  </a:moveTo>
                  <a:cubicBezTo>
                    <a:pt x="1233" y="116437"/>
                    <a:pt x="144056" y="14775"/>
                    <a:pt x="280790" y="0"/>
                  </a:cubicBezTo>
                  <a:cubicBezTo>
                    <a:pt x="444065" y="-60421"/>
                    <a:pt x="634725" y="30755"/>
                    <a:pt x="928847" y="0"/>
                  </a:cubicBezTo>
                  <a:cubicBezTo>
                    <a:pt x="1222969" y="-30755"/>
                    <a:pt x="1166452" y="7673"/>
                    <a:pt x="1341246" y="0"/>
                  </a:cubicBezTo>
                  <a:cubicBezTo>
                    <a:pt x="1516040" y="-7673"/>
                    <a:pt x="1748336" y="52070"/>
                    <a:pt x="1930388" y="0"/>
                  </a:cubicBezTo>
                  <a:cubicBezTo>
                    <a:pt x="2112440" y="-52070"/>
                    <a:pt x="2219425" y="39625"/>
                    <a:pt x="2401702" y="0"/>
                  </a:cubicBezTo>
                  <a:cubicBezTo>
                    <a:pt x="2583979" y="-39625"/>
                    <a:pt x="2711776" y="23273"/>
                    <a:pt x="2931930" y="0"/>
                  </a:cubicBezTo>
                  <a:cubicBezTo>
                    <a:pt x="3152084" y="-23273"/>
                    <a:pt x="3168501" y="5967"/>
                    <a:pt x="3344330" y="0"/>
                  </a:cubicBezTo>
                  <a:cubicBezTo>
                    <a:pt x="3520159" y="-5967"/>
                    <a:pt x="3689212" y="13561"/>
                    <a:pt x="3874558" y="0"/>
                  </a:cubicBezTo>
                  <a:cubicBezTo>
                    <a:pt x="4059904" y="-13561"/>
                    <a:pt x="4165494" y="20"/>
                    <a:pt x="4404786" y="0"/>
                  </a:cubicBezTo>
                  <a:cubicBezTo>
                    <a:pt x="4644078" y="-20"/>
                    <a:pt x="4682412" y="21791"/>
                    <a:pt x="4817186" y="0"/>
                  </a:cubicBezTo>
                  <a:cubicBezTo>
                    <a:pt x="4951960" y="-21791"/>
                    <a:pt x="5138540" y="13782"/>
                    <a:pt x="5347414" y="0"/>
                  </a:cubicBezTo>
                  <a:cubicBezTo>
                    <a:pt x="5556288" y="-13782"/>
                    <a:pt x="5848324" y="58177"/>
                    <a:pt x="6172213" y="0"/>
                  </a:cubicBezTo>
                  <a:cubicBezTo>
                    <a:pt x="6318424" y="-11269"/>
                    <a:pt x="6441188" y="126764"/>
                    <a:pt x="6453003" y="280790"/>
                  </a:cubicBezTo>
                  <a:cubicBezTo>
                    <a:pt x="6477670" y="402984"/>
                    <a:pt x="6442791" y="578518"/>
                    <a:pt x="6453003" y="853585"/>
                  </a:cubicBezTo>
                  <a:cubicBezTo>
                    <a:pt x="6463215" y="1128653"/>
                    <a:pt x="6423103" y="1168375"/>
                    <a:pt x="6453003" y="1403918"/>
                  </a:cubicBezTo>
                  <a:cubicBezTo>
                    <a:pt x="6477680" y="1559038"/>
                    <a:pt x="6334297" y="1660730"/>
                    <a:pt x="6172213" y="1684708"/>
                  </a:cubicBezTo>
                  <a:cubicBezTo>
                    <a:pt x="5978209" y="1704985"/>
                    <a:pt x="5796610" y="1637588"/>
                    <a:pt x="5583071" y="1684708"/>
                  </a:cubicBezTo>
                  <a:cubicBezTo>
                    <a:pt x="5369532" y="1731828"/>
                    <a:pt x="5274779" y="1668090"/>
                    <a:pt x="4993928" y="1684708"/>
                  </a:cubicBezTo>
                  <a:cubicBezTo>
                    <a:pt x="4713077" y="1701326"/>
                    <a:pt x="4542916" y="1609211"/>
                    <a:pt x="4286958" y="1684708"/>
                  </a:cubicBezTo>
                  <a:cubicBezTo>
                    <a:pt x="4031000" y="1760205"/>
                    <a:pt x="3833479" y="1622956"/>
                    <a:pt x="3638901" y="1684708"/>
                  </a:cubicBezTo>
                  <a:cubicBezTo>
                    <a:pt x="3444323" y="1746460"/>
                    <a:pt x="3288934" y="1619115"/>
                    <a:pt x="3049759" y="1684708"/>
                  </a:cubicBezTo>
                  <a:cubicBezTo>
                    <a:pt x="2810584" y="1750301"/>
                    <a:pt x="2633118" y="1649803"/>
                    <a:pt x="2460617" y="1684708"/>
                  </a:cubicBezTo>
                  <a:cubicBezTo>
                    <a:pt x="2288116" y="1719613"/>
                    <a:pt x="1929773" y="1651881"/>
                    <a:pt x="1753646" y="1684708"/>
                  </a:cubicBezTo>
                  <a:cubicBezTo>
                    <a:pt x="1577519" y="1717535"/>
                    <a:pt x="1290679" y="1630968"/>
                    <a:pt x="1164503" y="1684708"/>
                  </a:cubicBezTo>
                  <a:cubicBezTo>
                    <a:pt x="1038327" y="1738448"/>
                    <a:pt x="600689" y="1582869"/>
                    <a:pt x="280790" y="1684708"/>
                  </a:cubicBezTo>
                  <a:cubicBezTo>
                    <a:pt x="120720" y="1679280"/>
                    <a:pt x="-21078" y="1566561"/>
                    <a:pt x="0" y="1403918"/>
                  </a:cubicBezTo>
                  <a:cubicBezTo>
                    <a:pt x="-23420" y="1185099"/>
                    <a:pt x="784" y="1039794"/>
                    <a:pt x="0" y="864817"/>
                  </a:cubicBezTo>
                  <a:cubicBezTo>
                    <a:pt x="-784" y="689840"/>
                    <a:pt x="48175" y="476533"/>
                    <a:pt x="0" y="280790"/>
                  </a:cubicBezTo>
                  <a:close/>
                </a:path>
              </a:pathLst>
            </a:cu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4266498984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B2C121-E51C-4792-8584-8FB21DF146A6}"/>
                </a:ext>
              </a:extLst>
            </p:cNvPr>
            <p:cNvSpPr txBox="1"/>
            <p:nvPr/>
          </p:nvSpPr>
          <p:spPr>
            <a:xfrm>
              <a:off x="5811250" y="1094416"/>
              <a:ext cx="2070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3"/>
                  </a:solidFill>
                </a:rPr>
                <a:t>The code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1CC0497-3E82-4552-AE79-35CAA6C82E6B}"/>
                </a:ext>
              </a:extLst>
            </p:cNvPr>
            <p:cNvSpPr/>
            <p:nvPr/>
          </p:nvSpPr>
          <p:spPr>
            <a:xfrm>
              <a:off x="451649" y="3049712"/>
              <a:ext cx="11337034" cy="3075239"/>
            </a:xfrm>
            <a:custGeom>
              <a:avLst/>
              <a:gdLst>
                <a:gd name="connsiteX0" fmla="*/ 0 w 11337034"/>
                <a:gd name="connsiteY0" fmla="*/ 512550 h 3075239"/>
                <a:gd name="connsiteX1" fmla="*/ 512550 w 11337034"/>
                <a:gd name="connsiteY1" fmla="*/ 0 h 3075239"/>
                <a:gd name="connsiteX2" fmla="*/ 1188555 w 11337034"/>
                <a:gd name="connsiteY2" fmla="*/ 0 h 3075239"/>
                <a:gd name="connsiteX3" fmla="*/ 1452082 w 11337034"/>
                <a:gd name="connsiteY3" fmla="*/ 0 h 3075239"/>
                <a:gd name="connsiteX4" fmla="*/ 2024967 w 11337034"/>
                <a:gd name="connsiteY4" fmla="*/ 0 h 3075239"/>
                <a:gd name="connsiteX5" fmla="*/ 2391614 w 11337034"/>
                <a:gd name="connsiteY5" fmla="*/ 0 h 3075239"/>
                <a:gd name="connsiteX6" fmla="*/ 2861379 w 11337034"/>
                <a:gd name="connsiteY6" fmla="*/ 0 h 3075239"/>
                <a:gd name="connsiteX7" fmla="*/ 3124907 w 11337034"/>
                <a:gd name="connsiteY7" fmla="*/ 0 h 3075239"/>
                <a:gd name="connsiteX8" fmla="*/ 3594672 w 11337034"/>
                <a:gd name="connsiteY8" fmla="*/ 0 h 3075239"/>
                <a:gd name="connsiteX9" fmla="*/ 4064438 w 11337034"/>
                <a:gd name="connsiteY9" fmla="*/ 0 h 3075239"/>
                <a:gd name="connsiteX10" fmla="*/ 4327966 w 11337034"/>
                <a:gd name="connsiteY10" fmla="*/ 0 h 3075239"/>
                <a:gd name="connsiteX11" fmla="*/ 4797731 w 11337034"/>
                <a:gd name="connsiteY11" fmla="*/ 0 h 3075239"/>
                <a:gd name="connsiteX12" fmla="*/ 5576855 w 11337034"/>
                <a:gd name="connsiteY12" fmla="*/ 0 h 3075239"/>
                <a:gd name="connsiteX13" fmla="*/ 5840383 w 11337034"/>
                <a:gd name="connsiteY13" fmla="*/ 0 h 3075239"/>
                <a:gd name="connsiteX14" fmla="*/ 6103910 w 11337034"/>
                <a:gd name="connsiteY14" fmla="*/ 0 h 3075239"/>
                <a:gd name="connsiteX15" fmla="*/ 6367437 w 11337034"/>
                <a:gd name="connsiteY15" fmla="*/ 0 h 3075239"/>
                <a:gd name="connsiteX16" fmla="*/ 6940322 w 11337034"/>
                <a:gd name="connsiteY16" fmla="*/ 0 h 3075239"/>
                <a:gd name="connsiteX17" fmla="*/ 7719446 w 11337034"/>
                <a:gd name="connsiteY17" fmla="*/ 0 h 3075239"/>
                <a:gd name="connsiteX18" fmla="*/ 8395451 w 11337034"/>
                <a:gd name="connsiteY18" fmla="*/ 0 h 3075239"/>
                <a:gd name="connsiteX19" fmla="*/ 9174575 w 11337034"/>
                <a:gd name="connsiteY19" fmla="*/ 0 h 3075239"/>
                <a:gd name="connsiteX20" fmla="*/ 9747460 w 11337034"/>
                <a:gd name="connsiteY20" fmla="*/ 0 h 3075239"/>
                <a:gd name="connsiteX21" fmla="*/ 10824484 w 11337034"/>
                <a:gd name="connsiteY21" fmla="*/ 0 h 3075239"/>
                <a:gd name="connsiteX22" fmla="*/ 11337034 w 11337034"/>
                <a:gd name="connsiteY22" fmla="*/ 512550 h 3075239"/>
                <a:gd name="connsiteX23" fmla="*/ 11337034 w 11337034"/>
                <a:gd name="connsiteY23" fmla="*/ 1045586 h 3075239"/>
                <a:gd name="connsiteX24" fmla="*/ 11337034 w 11337034"/>
                <a:gd name="connsiteY24" fmla="*/ 1599124 h 3075239"/>
                <a:gd name="connsiteX25" fmla="*/ 11337034 w 11337034"/>
                <a:gd name="connsiteY25" fmla="*/ 2111658 h 3075239"/>
                <a:gd name="connsiteX26" fmla="*/ 11337034 w 11337034"/>
                <a:gd name="connsiteY26" fmla="*/ 2562689 h 3075239"/>
                <a:gd name="connsiteX27" fmla="*/ 10824484 w 11337034"/>
                <a:gd name="connsiteY27" fmla="*/ 3075239 h 3075239"/>
                <a:gd name="connsiteX28" fmla="*/ 10457837 w 11337034"/>
                <a:gd name="connsiteY28" fmla="*/ 3075239 h 3075239"/>
                <a:gd name="connsiteX29" fmla="*/ 9781833 w 11337034"/>
                <a:gd name="connsiteY29" fmla="*/ 3075239 h 3075239"/>
                <a:gd name="connsiteX30" fmla="*/ 9415186 w 11337034"/>
                <a:gd name="connsiteY30" fmla="*/ 3075239 h 3075239"/>
                <a:gd name="connsiteX31" fmla="*/ 8842301 w 11337034"/>
                <a:gd name="connsiteY31" fmla="*/ 3075239 h 3075239"/>
                <a:gd name="connsiteX32" fmla="*/ 8475655 w 11337034"/>
                <a:gd name="connsiteY32" fmla="*/ 3075239 h 3075239"/>
                <a:gd name="connsiteX33" fmla="*/ 8212127 w 11337034"/>
                <a:gd name="connsiteY33" fmla="*/ 3075239 h 3075239"/>
                <a:gd name="connsiteX34" fmla="*/ 7742362 w 11337034"/>
                <a:gd name="connsiteY34" fmla="*/ 3075239 h 3075239"/>
                <a:gd name="connsiteX35" fmla="*/ 7375715 w 11337034"/>
                <a:gd name="connsiteY35" fmla="*/ 3075239 h 3075239"/>
                <a:gd name="connsiteX36" fmla="*/ 6596591 w 11337034"/>
                <a:gd name="connsiteY36" fmla="*/ 3075239 h 3075239"/>
                <a:gd name="connsiteX37" fmla="*/ 5817467 w 11337034"/>
                <a:gd name="connsiteY37" fmla="*/ 3075239 h 3075239"/>
                <a:gd name="connsiteX38" fmla="*/ 5141463 w 11337034"/>
                <a:gd name="connsiteY38" fmla="*/ 3075239 h 3075239"/>
                <a:gd name="connsiteX39" fmla="*/ 4774816 w 11337034"/>
                <a:gd name="connsiteY39" fmla="*/ 3075239 h 3075239"/>
                <a:gd name="connsiteX40" fmla="*/ 4511289 w 11337034"/>
                <a:gd name="connsiteY40" fmla="*/ 3075239 h 3075239"/>
                <a:gd name="connsiteX41" fmla="*/ 3835284 w 11337034"/>
                <a:gd name="connsiteY41" fmla="*/ 3075239 h 3075239"/>
                <a:gd name="connsiteX42" fmla="*/ 3365518 w 11337034"/>
                <a:gd name="connsiteY42" fmla="*/ 3075239 h 3075239"/>
                <a:gd name="connsiteX43" fmla="*/ 2998872 w 11337034"/>
                <a:gd name="connsiteY43" fmla="*/ 3075239 h 3075239"/>
                <a:gd name="connsiteX44" fmla="*/ 2322867 w 11337034"/>
                <a:gd name="connsiteY44" fmla="*/ 3075239 h 3075239"/>
                <a:gd name="connsiteX45" fmla="*/ 1646863 w 11337034"/>
                <a:gd name="connsiteY45" fmla="*/ 3075239 h 3075239"/>
                <a:gd name="connsiteX46" fmla="*/ 1177097 w 11337034"/>
                <a:gd name="connsiteY46" fmla="*/ 3075239 h 3075239"/>
                <a:gd name="connsiteX47" fmla="*/ 512550 w 11337034"/>
                <a:gd name="connsiteY47" fmla="*/ 3075239 h 3075239"/>
                <a:gd name="connsiteX48" fmla="*/ 0 w 11337034"/>
                <a:gd name="connsiteY48" fmla="*/ 2562689 h 3075239"/>
                <a:gd name="connsiteX49" fmla="*/ 0 w 11337034"/>
                <a:gd name="connsiteY49" fmla="*/ 2029653 h 3075239"/>
                <a:gd name="connsiteX50" fmla="*/ 0 w 11337034"/>
                <a:gd name="connsiteY50" fmla="*/ 1517118 h 3075239"/>
                <a:gd name="connsiteX51" fmla="*/ 0 w 11337034"/>
                <a:gd name="connsiteY51" fmla="*/ 963581 h 3075239"/>
                <a:gd name="connsiteX52" fmla="*/ 0 w 11337034"/>
                <a:gd name="connsiteY52" fmla="*/ 512550 h 307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1337034" h="3075239" extrusionOk="0">
                  <a:moveTo>
                    <a:pt x="0" y="512550"/>
                  </a:moveTo>
                  <a:cubicBezTo>
                    <a:pt x="1881" y="215329"/>
                    <a:pt x="283766" y="43733"/>
                    <a:pt x="512550" y="0"/>
                  </a:cubicBezTo>
                  <a:cubicBezTo>
                    <a:pt x="677541" y="-76321"/>
                    <a:pt x="1027846" y="55547"/>
                    <a:pt x="1188555" y="0"/>
                  </a:cubicBezTo>
                  <a:cubicBezTo>
                    <a:pt x="1349264" y="-55547"/>
                    <a:pt x="1386658" y="27918"/>
                    <a:pt x="1452082" y="0"/>
                  </a:cubicBezTo>
                  <a:cubicBezTo>
                    <a:pt x="1517506" y="-27918"/>
                    <a:pt x="1857344" y="8099"/>
                    <a:pt x="2024967" y="0"/>
                  </a:cubicBezTo>
                  <a:cubicBezTo>
                    <a:pt x="2192591" y="-8099"/>
                    <a:pt x="2266190" y="16084"/>
                    <a:pt x="2391614" y="0"/>
                  </a:cubicBezTo>
                  <a:cubicBezTo>
                    <a:pt x="2517038" y="-16084"/>
                    <a:pt x="2750805" y="23979"/>
                    <a:pt x="2861379" y="0"/>
                  </a:cubicBezTo>
                  <a:cubicBezTo>
                    <a:pt x="2971954" y="-23979"/>
                    <a:pt x="2993597" y="22453"/>
                    <a:pt x="3124907" y="0"/>
                  </a:cubicBezTo>
                  <a:cubicBezTo>
                    <a:pt x="3256217" y="-22453"/>
                    <a:pt x="3456128" y="18743"/>
                    <a:pt x="3594672" y="0"/>
                  </a:cubicBezTo>
                  <a:cubicBezTo>
                    <a:pt x="3733216" y="-18743"/>
                    <a:pt x="3939759" y="31735"/>
                    <a:pt x="4064438" y="0"/>
                  </a:cubicBezTo>
                  <a:cubicBezTo>
                    <a:pt x="4189117" y="-31735"/>
                    <a:pt x="4260371" y="15633"/>
                    <a:pt x="4327966" y="0"/>
                  </a:cubicBezTo>
                  <a:cubicBezTo>
                    <a:pt x="4395561" y="-15633"/>
                    <a:pt x="4574446" y="50225"/>
                    <a:pt x="4797731" y="0"/>
                  </a:cubicBezTo>
                  <a:cubicBezTo>
                    <a:pt x="5021016" y="-50225"/>
                    <a:pt x="5197056" y="48995"/>
                    <a:pt x="5576855" y="0"/>
                  </a:cubicBezTo>
                  <a:cubicBezTo>
                    <a:pt x="5956654" y="-48995"/>
                    <a:pt x="5733055" y="16780"/>
                    <a:pt x="5840383" y="0"/>
                  </a:cubicBezTo>
                  <a:cubicBezTo>
                    <a:pt x="5947711" y="-16780"/>
                    <a:pt x="5987186" y="26867"/>
                    <a:pt x="6103910" y="0"/>
                  </a:cubicBezTo>
                  <a:cubicBezTo>
                    <a:pt x="6220634" y="-26867"/>
                    <a:pt x="6251482" y="12259"/>
                    <a:pt x="6367437" y="0"/>
                  </a:cubicBezTo>
                  <a:cubicBezTo>
                    <a:pt x="6483392" y="-12259"/>
                    <a:pt x="6715561" y="52156"/>
                    <a:pt x="6940322" y="0"/>
                  </a:cubicBezTo>
                  <a:cubicBezTo>
                    <a:pt x="7165084" y="-52156"/>
                    <a:pt x="7402289" y="5770"/>
                    <a:pt x="7719446" y="0"/>
                  </a:cubicBezTo>
                  <a:cubicBezTo>
                    <a:pt x="8036603" y="-5770"/>
                    <a:pt x="8195580" y="57925"/>
                    <a:pt x="8395451" y="0"/>
                  </a:cubicBezTo>
                  <a:cubicBezTo>
                    <a:pt x="8595323" y="-57925"/>
                    <a:pt x="8853423" y="21575"/>
                    <a:pt x="9174575" y="0"/>
                  </a:cubicBezTo>
                  <a:cubicBezTo>
                    <a:pt x="9495727" y="-21575"/>
                    <a:pt x="9555736" y="7867"/>
                    <a:pt x="9747460" y="0"/>
                  </a:cubicBezTo>
                  <a:cubicBezTo>
                    <a:pt x="9939184" y="-7867"/>
                    <a:pt x="10595637" y="126706"/>
                    <a:pt x="10824484" y="0"/>
                  </a:cubicBezTo>
                  <a:cubicBezTo>
                    <a:pt x="11100296" y="7407"/>
                    <a:pt x="11300612" y="197972"/>
                    <a:pt x="11337034" y="512550"/>
                  </a:cubicBezTo>
                  <a:cubicBezTo>
                    <a:pt x="11396646" y="753163"/>
                    <a:pt x="11305420" y="817334"/>
                    <a:pt x="11337034" y="1045586"/>
                  </a:cubicBezTo>
                  <a:cubicBezTo>
                    <a:pt x="11368648" y="1273838"/>
                    <a:pt x="11320728" y="1352019"/>
                    <a:pt x="11337034" y="1599124"/>
                  </a:cubicBezTo>
                  <a:cubicBezTo>
                    <a:pt x="11353340" y="1846229"/>
                    <a:pt x="11325100" y="1937791"/>
                    <a:pt x="11337034" y="2111658"/>
                  </a:cubicBezTo>
                  <a:cubicBezTo>
                    <a:pt x="11348968" y="2285525"/>
                    <a:pt x="11319302" y="2442391"/>
                    <a:pt x="11337034" y="2562689"/>
                  </a:cubicBezTo>
                  <a:cubicBezTo>
                    <a:pt x="11303221" y="2809011"/>
                    <a:pt x="11098913" y="3078343"/>
                    <a:pt x="10824484" y="3075239"/>
                  </a:cubicBezTo>
                  <a:cubicBezTo>
                    <a:pt x="10642339" y="3094470"/>
                    <a:pt x="10575351" y="3040899"/>
                    <a:pt x="10457837" y="3075239"/>
                  </a:cubicBezTo>
                  <a:cubicBezTo>
                    <a:pt x="10340323" y="3109579"/>
                    <a:pt x="10026451" y="3068559"/>
                    <a:pt x="9781833" y="3075239"/>
                  </a:cubicBezTo>
                  <a:cubicBezTo>
                    <a:pt x="9537215" y="3081919"/>
                    <a:pt x="9550422" y="3057332"/>
                    <a:pt x="9415186" y="3075239"/>
                  </a:cubicBezTo>
                  <a:cubicBezTo>
                    <a:pt x="9279950" y="3093146"/>
                    <a:pt x="8959199" y="3039476"/>
                    <a:pt x="8842301" y="3075239"/>
                  </a:cubicBezTo>
                  <a:cubicBezTo>
                    <a:pt x="8725403" y="3111002"/>
                    <a:pt x="8616609" y="3059741"/>
                    <a:pt x="8475655" y="3075239"/>
                  </a:cubicBezTo>
                  <a:cubicBezTo>
                    <a:pt x="8334701" y="3090737"/>
                    <a:pt x="8339081" y="3069293"/>
                    <a:pt x="8212127" y="3075239"/>
                  </a:cubicBezTo>
                  <a:cubicBezTo>
                    <a:pt x="8085173" y="3081185"/>
                    <a:pt x="7851015" y="3073474"/>
                    <a:pt x="7742362" y="3075239"/>
                  </a:cubicBezTo>
                  <a:cubicBezTo>
                    <a:pt x="7633710" y="3077004"/>
                    <a:pt x="7481085" y="3047786"/>
                    <a:pt x="7375715" y="3075239"/>
                  </a:cubicBezTo>
                  <a:cubicBezTo>
                    <a:pt x="7270345" y="3102692"/>
                    <a:pt x="6882658" y="3032530"/>
                    <a:pt x="6596591" y="3075239"/>
                  </a:cubicBezTo>
                  <a:cubicBezTo>
                    <a:pt x="6310524" y="3117948"/>
                    <a:pt x="6130466" y="3047181"/>
                    <a:pt x="5817467" y="3075239"/>
                  </a:cubicBezTo>
                  <a:cubicBezTo>
                    <a:pt x="5504468" y="3103297"/>
                    <a:pt x="5406333" y="3055228"/>
                    <a:pt x="5141463" y="3075239"/>
                  </a:cubicBezTo>
                  <a:cubicBezTo>
                    <a:pt x="4876593" y="3095250"/>
                    <a:pt x="4852917" y="3057677"/>
                    <a:pt x="4774816" y="3075239"/>
                  </a:cubicBezTo>
                  <a:cubicBezTo>
                    <a:pt x="4696715" y="3092801"/>
                    <a:pt x="4599516" y="3048617"/>
                    <a:pt x="4511289" y="3075239"/>
                  </a:cubicBezTo>
                  <a:cubicBezTo>
                    <a:pt x="4423062" y="3101861"/>
                    <a:pt x="4020346" y="3005490"/>
                    <a:pt x="3835284" y="3075239"/>
                  </a:cubicBezTo>
                  <a:cubicBezTo>
                    <a:pt x="3650223" y="3144988"/>
                    <a:pt x="3486859" y="3025888"/>
                    <a:pt x="3365518" y="3075239"/>
                  </a:cubicBezTo>
                  <a:cubicBezTo>
                    <a:pt x="3244177" y="3124590"/>
                    <a:pt x="3156575" y="3070474"/>
                    <a:pt x="2998872" y="3075239"/>
                  </a:cubicBezTo>
                  <a:cubicBezTo>
                    <a:pt x="2841169" y="3080004"/>
                    <a:pt x="2660053" y="3007061"/>
                    <a:pt x="2322867" y="3075239"/>
                  </a:cubicBezTo>
                  <a:cubicBezTo>
                    <a:pt x="1985681" y="3143417"/>
                    <a:pt x="1870735" y="3057566"/>
                    <a:pt x="1646863" y="3075239"/>
                  </a:cubicBezTo>
                  <a:cubicBezTo>
                    <a:pt x="1422991" y="3092912"/>
                    <a:pt x="1372710" y="3019208"/>
                    <a:pt x="1177097" y="3075239"/>
                  </a:cubicBezTo>
                  <a:cubicBezTo>
                    <a:pt x="981484" y="3131270"/>
                    <a:pt x="832472" y="3037355"/>
                    <a:pt x="512550" y="3075239"/>
                  </a:cubicBezTo>
                  <a:cubicBezTo>
                    <a:pt x="216388" y="3034429"/>
                    <a:pt x="4811" y="2867336"/>
                    <a:pt x="0" y="2562689"/>
                  </a:cubicBezTo>
                  <a:cubicBezTo>
                    <a:pt x="-28085" y="2365155"/>
                    <a:pt x="50932" y="2247899"/>
                    <a:pt x="0" y="2029653"/>
                  </a:cubicBezTo>
                  <a:cubicBezTo>
                    <a:pt x="-50932" y="1811407"/>
                    <a:pt x="43014" y="1717972"/>
                    <a:pt x="0" y="1517118"/>
                  </a:cubicBezTo>
                  <a:cubicBezTo>
                    <a:pt x="-43014" y="1316265"/>
                    <a:pt x="43106" y="1109660"/>
                    <a:pt x="0" y="963581"/>
                  </a:cubicBezTo>
                  <a:cubicBezTo>
                    <a:pt x="-43106" y="817502"/>
                    <a:pt x="47370" y="650336"/>
                    <a:pt x="0" y="512550"/>
                  </a:cubicBezTo>
                  <a:close/>
                </a:path>
              </a:pathLst>
            </a:cu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4266498984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04BD88-B71B-441B-A538-8CAFC9409803}"/>
                </a:ext>
              </a:extLst>
            </p:cNvPr>
            <p:cNvSpPr txBox="1"/>
            <p:nvPr/>
          </p:nvSpPr>
          <p:spPr>
            <a:xfrm>
              <a:off x="10050459" y="3200024"/>
              <a:ext cx="2070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3"/>
                  </a:solidFill>
                </a:rPr>
                <a:t>The call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864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648C4E3-A9F3-48EA-A5CB-A801EA23B927}"/>
              </a:ext>
            </a:extLst>
          </p:cNvPr>
          <p:cNvGrpSpPr/>
          <p:nvPr/>
        </p:nvGrpSpPr>
        <p:grpSpPr>
          <a:xfrm>
            <a:off x="431695" y="537772"/>
            <a:ext cx="11356988" cy="5587179"/>
            <a:chOff x="431695" y="537772"/>
            <a:chExt cx="11356988" cy="55871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F95EA7-6C36-4AE5-867A-ECF1CAD07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695" y="1007043"/>
              <a:ext cx="11356988" cy="4914945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99A2197-21C5-4A30-A2B7-7993BB17A89B}"/>
                </a:ext>
              </a:extLst>
            </p:cNvPr>
            <p:cNvGrpSpPr/>
            <p:nvPr/>
          </p:nvGrpSpPr>
          <p:grpSpPr>
            <a:xfrm>
              <a:off x="451649" y="537772"/>
              <a:ext cx="11337034" cy="5587179"/>
              <a:chOff x="451649" y="537772"/>
              <a:chExt cx="11337034" cy="558717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96C21B-248D-4054-8128-00E303A75DBF}"/>
                  </a:ext>
                </a:extLst>
              </p:cNvPr>
              <p:cNvSpPr txBox="1"/>
              <p:nvPr/>
            </p:nvSpPr>
            <p:spPr>
              <a:xfrm>
                <a:off x="8070057" y="613125"/>
                <a:ext cx="20700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/>
                    </a:solidFill>
                  </a:rPr>
                  <a:t>Used/Freed up memory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3028FAD-0633-4A25-8FE4-B1106B326BD2}"/>
                  </a:ext>
                </a:extLst>
              </p:cNvPr>
              <p:cNvSpPr/>
              <p:nvPr/>
            </p:nvSpPr>
            <p:spPr>
              <a:xfrm>
                <a:off x="8175804" y="1259456"/>
                <a:ext cx="1649502" cy="1684708"/>
              </a:xfrm>
              <a:custGeom>
                <a:avLst/>
                <a:gdLst>
                  <a:gd name="connsiteX0" fmla="*/ 0 w 1649502"/>
                  <a:gd name="connsiteY0" fmla="*/ 274922 h 1684708"/>
                  <a:gd name="connsiteX1" fmla="*/ 274922 w 1649502"/>
                  <a:gd name="connsiteY1" fmla="*/ 0 h 1684708"/>
                  <a:gd name="connsiteX2" fmla="*/ 835748 w 1649502"/>
                  <a:gd name="connsiteY2" fmla="*/ 0 h 1684708"/>
                  <a:gd name="connsiteX3" fmla="*/ 1374580 w 1649502"/>
                  <a:gd name="connsiteY3" fmla="*/ 0 h 1684708"/>
                  <a:gd name="connsiteX4" fmla="*/ 1649502 w 1649502"/>
                  <a:gd name="connsiteY4" fmla="*/ 274922 h 1684708"/>
                  <a:gd name="connsiteX5" fmla="*/ 1649502 w 1649502"/>
                  <a:gd name="connsiteY5" fmla="*/ 853703 h 1684708"/>
                  <a:gd name="connsiteX6" fmla="*/ 1649502 w 1649502"/>
                  <a:gd name="connsiteY6" fmla="*/ 1409786 h 1684708"/>
                  <a:gd name="connsiteX7" fmla="*/ 1374580 w 1649502"/>
                  <a:gd name="connsiteY7" fmla="*/ 1684708 h 1684708"/>
                  <a:gd name="connsiteX8" fmla="*/ 857741 w 1649502"/>
                  <a:gd name="connsiteY8" fmla="*/ 1684708 h 1684708"/>
                  <a:gd name="connsiteX9" fmla="*/ 274922 w 1649502"/>
                  <a:gd name="connsiteY9" fmla="*/ 1684708 h 1684708"/>
                  <a:gd name="connsiteX10" fmla="*/ 0 w 1649502"/>
                  <a:gd name="connsiteY10" fmla="*/ 1409786 h 1684708"/>
                  <a:gd name="connsiteX11" fmla="*/ 0 w 1649502"/>
                  <a:gd name="connsiteY11" fmla="*/ 831005 h 1684708"/>
                  <a:gd name="connsiteX12" fmla="*/ 0 w 1649502"/>
                  <a:gd name="connsiteY12" fmla="*/ 274922 h 168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49502" h="1684708" extrusionOk="0">
                    <a:moveTo>
                      <a:pt x="0" y="274922"/>
                    </a:moveTo>
                    <a:cubicBezTo>
                      <a:pt x="2381" y="105174"/>
                      <a:pt x="126426" y="2690"/>
                      <a:pt x="274922" y="0"/>
                    </a:cubicBezTo>
                    <a:cubicBezTo>
                      <a:pt x="462709" y="-47266"/>
                      <a:pt x="599255" y="39834"/>
                      <a:pt x="835748" y="0"/>
                    </a:cubicBezTo>
                    <a:cubicBezTo>
                      <a:pt x="1072241" y="-39834"/>
                      <a:pt x="1210427" y="43432"/>
                      <a:pt x="1374580" y="0"/>
                    </a:cubicBezTo>
                    <a:cubicBezTo>
                      <a:pt x="1523220" y="10494"/>
                      <a:pt x="1678648" y="97451"/>
                      <a:pt x="1649502" y="274922"/>
                    </a:cubicBezTo>
                    <a:cubicBezTo>
                      <a:pt x="1705366" y="417557"/>
                      <a:pt x="1640914" y="634944"/>
                      <a:pt x="1649502" y="853703"/>
                    </a:cubicBezTo>
                    <a:cubicBezTo>
                      <a:pt x="1658090" y="1072462"/>
                      <a:pt x="1615793" y="1159966"/>
                      <a:pt x="1649502" y="1409786"/>
                    </a:cubicBezTo>
                    <a:cubicBezTo>
                      <a:pt x="1628957" y="1547815"/>
                      <a:pt x="1501039" y="1683249"/>
                      <a:pt x="1374580" y="1684708"/>
                    </a:cubicBezTo>
                    <a:cubicBezTo>
                      <a:pt x="1211557" y="1733851"/>
                      <a:pt x="995748" y="1671348"/>
                      <a:pt x="857741" y="1684708"/>
                    </a:cubicBezTo>
                    <a:cubicBezTo>
                      <a:pt x="719734" y="1698068"/>
                      <a:pt x="504324" y="1617182"/>
                      <a:pt x="274922" y="1684708"/>
                    </a:cubicBezTo>
                    <a:cubicBezTo>
                      <a:pt x="140411" y="1703855"/>
                      <a:pt x="8140" y="1553435"/>
                      <a:pt x="0" y="1409786"/>
                    </a:cubicBezTo>
                    <a:cubicBezTo>
                      <a:pt x="-12193" y="1157076"/>
                      <a:pt x="28991" y="1080072"/>
                      <a:pt x="0" y="831005"/>
                    </a:cubicBezTo>
                    <a:cubicBezTo>
                      <a:pt x="-28991" y="581938"/>
                      <a:pt x="37322" y="438082"/>
                      <a:pt x="0" y="274922"/>
                    </a:cubicBezTo>
                    <a:close/>
                  </a:path>
                </a:pathLst>
              </a:custGeom>
              <a:noFill/>
              <a:ln w="57150">
                <a:solidFill>
                  <a:schemeClr val="accent3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round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B408319-DC63-4A18-B3CF-748D0BA87B58}"/>
                  </a:ext>
                </a:extLst>
              </p:cNvPr>
              <p:cNvSpPr/>
              <p:nvPr/>
            </p:nvSpPr>
            <p:spPr>
              <a:xfrm>
                <a:off x="9921973" y="1259456"/>
                <a:ext cx="1649502" cy="1684708"/>
              </a:xfrm>
              <a:custGeom>
                <a:avLst/>
                <a:gdLst>
                  <a:gd name="connsiteX0" fmla="*/ 0 w 1649502"/>
                  <a:gd name="connsiteY0" fmla="*/ 274922 h 1684708"/>
                  <a:gd name="connsiteX1" fmla="*/ 274922 w 1649502"/>
                  <a:gd name="connsiteY1" fmla="*/ 0 h 1684708"/>
                  <a:gd name="connsiteX2" fmla="*/ 835748 w 1649502"/>
                  <a:gd name="connsiteY2" fmla="*/ 0 h 1684708"/>
                  <a:gd name="connsiteX3" fmla="*/ 1374580 w 1649502"/>
                  <a:gd name="connsiteY3" fmla="*/ 0 h 1684708"/>
                  <a:gd name="connsiteX4" fmla="*/ 1649502 w 1649502"/>
                  <a:gd name="connsiteY4" fmla="*/ 274922 h 1684708"/>
                  <a:gd name="connsiteX5" fmla="*/ 1649502 w 1649502"/>
                  <a:gd name="connsiteY5" fmla="*/ 853703 h 1684708"/>
                  <a:gd name="connsiteX6" fmla="*/ 1649502 w 1649502"/>
                  <a:gd name="connsiteY6" fmla="*/ 1409786 h 1684708"/>
                  <a:gd name="connsiteX7" fmla="*/ 1374580 w 1649502"/>
                  <a:gd name="connsiteY7" fmla="*/ 1684708 h 1684708"/>
                  <a:gd name="connsiteX8" fmla="*/ 857741 w 1649502"/>
                  <a:gd name="connsiteY8" fmla="*/ 1684708 h 1684708"/>
                  <a:gd name="connsiteX9" fmla="*/ 274922 w 1649502"/>
                  <a:gd name="connsiteY9" fmla="*/ 1684708 h 1684708"/>
                  <a:gd name="connsiteX10" fmla="*/ 0 w 1649502"/>
                  <a:gd name="connsiteY10" fmla="*/ 1409786 h 1684708"/>
                  <a:gd name="connsiteX11" fmla="*/ 0 w 1649502"/>
                  <a:gd name="connsiteY11" fmla="*/ 831005 h 1684708"/>
                  <a:gd name="connsiteX12" fmla="*/ 0 w 1649502"/>
                  <a:gd name="connsiteY12" fmla="*/ 274922 h 168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49502" h="1684708" extrusionOk="0">
                    <a:moveTo>
                      <a:pt x="0" y="274922"/>
                    </a:moveTo>
                    <a:cubicBezTo>
                      <a:pt x="2381" y="105174"/>
                      <a:pt x="126426" y="2690"/>
                      <a:pt x="274922" y="0"/>
                    </a:cubicBezTo>
                    <a:cubicBezTo>
                      <a:pt x="462709" y="-47266"/>
                      <a:pt x="599255" y="39834"/>
                      <a:pt x="835748" y="0"/>
                    </a:cubicBezTo>
                    <a:cubicBezTo>
                      <a:pt x="1072241" y="-39834"/>
                      <a:pt x="1210427" y="43432"/>
                      <a:pt x="1374580" y="0"/>
                    </a:cubicBezTo>
                    <a:cubicBezTo>
                      <a:pt x="1523220" y="10494"/>
                      <a:pt x="1678648" y="97451"/>
                      <a:pt x="1649502" y="274922"/>
                    </a:cubicBezTo>
                    <a:cubicBezTo>
                      <a:pt x="1705366" y="417557"/>
                      <a:pt x="1640914" y="634944"/>
                      <a:pt x="1649502" y="853703"/>
                    </a:cubicBezTo>
                    <a:cubicBezTo>
                      <a:pt x="1658090" y="1072462"/>
                      <a:pt x="1615793" y="1159966"/>
                      <a:pt x="1649502" y="1409786"/>
                    </a:cubicBezTo>
                    <a:cubicBezTo>
                      <a:pt x="1628957" y="1547815"/>
                      <a:pt x="1501039" y="1683249"/>
                      <a:pt x="1374580" y="1684708"/>
                    </a:cubicBezTo>
                    <a:cubicBezTo>
                      <a:pt x="1211557" y="1733851"/>
                      <a:pt x="995748" y="1671348"/>
                      <a:pt x="857741" y="1684708"/>
                    </a:cubicBezTo>
                    <a:cubicBezTo>
                      <a:pt x="719734" y="1698068"/>
                      <a:pt x="504324" y="1617182"/>
                      <a:pt x="274922" y="1684708"/>
                    </a:cubicBezTo>
                    <a:cubicBezTo>
                      <a:pt x="140411" y="1703855"/>
                      <a:pt x="8140" y="1553435"/>
                      <a:pt x="0" y="1409786"/>
                    </a:cubicBezTo>
                    <a:cubicBezTo>
                      <a:pt x="-12193" y="1157076"/>
                      <a:pt x="28991" y="1080072"/>
                      <a:pt x="0" y="831005"/>
                    </a:cubicBezTo>
                    <a:cubicBezTo>
                      <a:pt x="-28991" y="581938"/>
                      <a:pt x="37322" y="438082"/>
                      <a:pt x="0" y="274922"/>
                    </a:cubicBezTo>
                    <a:close/>
                  </a:path>
                </a:pathLst>
              </a:custGeom>
              <a:noFill/>
              <a:ln w="57150">
                <a:solidFill>
                  <a:schemeClr val="accent3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round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7E2F07-16A2-4E4E-B03A-C98E70EEC6C5}"/>
                  </a:ext>
                </a:extLst>
              </p:cNvPr>
              <p:cNvSpPr txBox="1"/>
              <p:nvPr/>
            </p:nvSpPr>
            <p:spPr>
              <a:xfrm>
                <a:off x="9879018" y="537772"/>
                <a:ext cx="19096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/>
                    </a:solidFill>
                  </a:rPr>
                  <a:t>Time spent in each line of code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7B08604-27BC-459E-AA88-06250B3FBA8E}"/>
                  </a:ext>
                </a:extLst>
              </p:cNvPr>
              <p:cNvSpPr/>
              <p:nvPr/>
            </p:nvSpPr>
            <p:spPr>
              <a:xfrm>
                <a:off x="451649" y="1392979"/>
                <a:ext cx="6453003" cy="1661847"/>
              </a:xfrm>
              <a:custGeom>
                <a:avLst/>
                <a:gdLst>
                  <a:gd name="connsiteX0" fmla="*/ 0 w 6453003"/>
                  <a:gd name="connsiteY0" fmla="*/ 276980 h 1661847"/>
                  <a:gd name="connsiteX1" fmla="*/ 276980 w 6453003"/>
                  <a:gd name="connsiteY1" fmla="*/ 0 h 1661847"/>
                  <a:gd name="connsiteX2" fmla="*/ 925875 w 6453003"/>
                  <a:gd name="connsiteY2" fmla="*/ 0 h 1661847"/>
                  <a:gd name="connsiteX3" fmla="*/ 1338808 w 6453003"/>
                  <a:gd name="connsiteY3" fmla="*/ 0 h 1661847"/>
                  <a:gd name="connsiteX4" fmla="*/ 1928712 w 6453003"/>
                  <a:gd name="connsiteY4" fmla="*/ 0 h 1661847"/>
                  <a:gd name="connsiteX5" fmla="*/ 2400635 w 6453003"/>
                  <a:gd name="connsiteY5" fmla="*/ 0 h 1661847"/>
                  <a:gd name="connsiteX6" fmla="*/ 2931549 w 6453003"/>
                  <a:gd name="connsiteY6" fmla="*/ 0 h 1661847"/>
                  <a:gd name="connsiteX7" fmla="*/ 3344482 w 6453003"/>
                  <a:gd name="connsiteY7" fmla="*/ 0 h 1661847"/>
                  <a:gd name="connsiteX8" fmla="*/ 3875396 w 6453003"/>
                  <a:gd name="connsiteY8" fmla="*/ 0 h 1661847"/>
                  <a:gd name="connsiteX9" fmla="*/ 4406310 w 6453003"/>
                  <a:gd name="connsiteY9" fmla="*/ 0 h 1661847"/>
                  <a:gd name="connsiteX10" fmla="*/ 4819243 w 6453003"/>
                  <a:gd name="connsiteY10" fmla="*/ 0 h 1661847"/>
                  <a:gd name="connsiteX11" fmla="*/ 5350157 w 6453003"/>
                  <a:gd name="connsiteY11" fmla="*/ 0 h 1661847"/>
                  <a:gd name="connsiteX12" fmla="*/ 6176023 w 6453003"/>
                  <a:gd name="connsiteY12" fmla="*/ 0 h 1661847"/>
                  <a:gd name="connsiteX13" fmla="*/ 6453003 w 6453003"/>
                  <a:gd name="connsiteY13" fmla="*/ 276980 h 1661847"/>
                  <a:gd name="connsiteX14" fmla="*/ 6453003 w 6453003"/>
                  <a:gd name="connsiteY14" fmla="*/ 842002 h 1661847"/>
                  <a:gd name="connsiteX15" fmla="*/ 6453003 w 6453003"/>
                  <a:gd name="connsiteY15" fmla="*/ 1384867 h 1661847"/>
                  <a:gd name="connsiteX16" fmla="*/ 6176023 w 6453003"/>
                  <a:gd name="connsiteY16" fmla="*/ 1661847 h 1661847"/>
                  <a:gd name="connsiteX17" fmla="*/ 5586119 w 6453003"/>
                  <a:gd name="connsiteY17" fmla="*/ 1661847 h 1661847"/>
                  <a:gd name="connsiteX18" fmla="*/ 4996214 w 6453003"/>
                  <a:gd name="connsiteY18" fmla="*/ 1661847 h 1661847"/>
                  <a:gd name="connsiteX19" fmla="*/ 4288329 w 6453003"/>
                  <a:gd name="connsiteY19" fmla="*/ 1661847 h 1661847"/>
                  <a:gd name="connsiteX20" fmla="*/ 3639435 w 6453003"/>
                  <a:gd name="connsiteY20" fmla="*/ 1661847 h 1661847"/>
                  <a:gd name="connsiteX21" fmla="*/ 3049530 w 6453003"/>
                  <a:gd name="connsiteY21" fmla="*/ 1661847 h 1661847"/>
                  <a:gd name="connsiteX22" fmla="*/ 2459626 w 6453003"/>
                  <a:gd name="connsiteY22" fmla="*/ 1661847 h 1661847"/>
                  <a:gd name="connsiteX23" fmla="*/ 1751741 w 6453003"/>
                  <a:gd name="connsiteY23" fmla="*/ 1661847 h 1661847"/>
                  <a:gd name="connsiteX24" fmla="*/ 1161836 w 6453003"/>
                  <a:gd name="connsiteY24" fmla="*/ 1661847 h 1661847"/>
                  <a:gd name="connsiteX25" fmla="*/ 276980 w 6453003"/>
                  <a:gd name="connsiteY25" fmla="*/ 1661847 h 1661847"/>
                  <a:gd name="connsiteX26" fmla="*/ 0 w 6453003"/>
                  <a:gd name="connsiteY26" fmla="*/ 1384867 h 1661847"/>
                  <a:gd name="connsiteX27" fmla="*/ 0 w 6453003"/>
                  <a:gd name="connsiteY27" fmla="*/ 853081 h 1661847"/>
                  <a:gd name="connsiteX28" fmla="*/ 0 w 6453003"/>
                  <a:gd name="connsiteY28" fmla="*/ 276980 h 1661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453003" h="1661847" extrusionOk="0">
                    <a:moveTo>
                      <a:pt x="0" y="276980"/>
                    </a:moveTo>
                    <a:cubicBezTo>
                      <a:pt x="1846" y="110121"/>
                      <a:pt x="130094" y="4903"/>
                      <a:pt x="276980" y="0"/>
                    </a:cubicBezTo>
                    <a:cubicBezTo>
                      <a:pt x="435770" y="-15686"/>
                      <a:pt x="624486" y="1990"/>
                      <a:pt x="925875" y="0"/>
                    </a:cubicBezTo>
                    <a:cubicBezTo>
                      <a:pt x="1227265" y="-1990"/>
                      <a:pt x="1184574" y="46225"/>
                      <a:pt x="1338808" y="0"/>
                    </a:cubicBezTo>
                    <a:cubicBezTo>
                      <a:pt x="1493042" y="-46225"/>
                      <a:pt x="1674166" y="30190"/>
                      <a:pt x="1928712" y="0"/>
                    </a:cubicBezTo>
                    <a:cubicBezTo>
                      <a:pt x="2183258" y="-30190"/>
                      <a:pt x="2214649" y="19256"/>
                      <a:pt x="2400635" y="0"/>
                    </a:cubicBezTo>
                    <a:cubicBezTo>
                      <a:pt x="2586621" y="-19256"/>
                      <a:pt x="2738227" y="36063"/>
                      <a:pt x="2931549" y="0"/>
                    </a:cubicBezTo>
                    <a:cubicBezTo>
                      <a:pt x="3124871" y="-36063"/>
                      <a:pt x="3204984" y="36311"/>
                      <a:pt x="3344482" y="0"/>
                    </a:cubicBezTo>
                    <a:cubicBezTo>
                      <a:pt x="3483980" y="-36311"/>
                      <a:pt x="3720793" y="30139"/>
                      <a:pt x="3875396" y="0"/>
                    </a:cubicBezTo>
                    <a:cubicBezTo>
                      <a:pt x="4029999" y="-30139"/>
                      <a:pt x="4151128" y="51925"/>
                      <a:pt x="4406310" y="0"/>
                    </a:cubicBezTo>
                    <a:cubicBezTo>
                      <a:pt x="4661492" y="-51925"/>
                      <a:pt x="4683537" y="9835"/>
                      <a:pt x="4819243" y="0"/>
                    </a:cubicBezTo>
                    <a:cubicBezTo>
                      <a:pt x="4954949" y="-9835"/>
                      <a:pt x="5192348" y="52222"/>
                      <a:pt x="5350157" y="0"/>
                    </a:cubicBezTo>
                    <a:cubicBezTo>
                      <a:pt x="5507966" y="-52222"/>
                      <a:pt x="5814540" y="86517"/>
                      <a:pt x="6176023" y="0"/>
                    </a:cubicBezTo>
                    <a:cubicBezTo>
                      <a:pt x="6309420" y="-24884"/>
                      <a:pt x="6445937" y="124636"/>
                      <a:pt x="6453003" y="276980"/>
                    </a:cubicBezTo>
                    <a:cubicBezTo>
                      <a:pt x="6470979" y="479112"/>
                      <a:pt x="6393741" y="715023"/>
                      <a:pt x="6453003" y="842002"/>
                    </a:cubicBezTo>
                    <a:cubicBezTo>
                      <a:pt x="6512265" y="968981"/>
                      <a:pt x="6413846" y="1215288"/>
                      <a:pt x="6453003" y="1384867"/>
                    </a:cubicBezTo>
                    <a:cubicBezTo>
                      <a:pt x="6461919" y="1537855"/>
                      <a:pt x="6335642" y="1639102"/>
                      <a:pt x="6176023" y="1661847"/>
                    </a:cubicBezTo>
                    <a:cubicBezTo>
                      <a:pt x="6054195" y="1669783"/>
                      <a:pt x="5785214" y="1616184"/>
                      <a:pt x="5586119" y="1661847"/>
                    </a:cubicBezTo>
                    <a:cubicBezTo>
                      <a:pt x="5387024" y="1707510"/>
                      <a:pt x="5280478" y="1648206"/>
                      <a:pt x="4996214" y="1661847"/>
                    </a:cubicBezTo>
                    <a:cubicBezTo>
                      <a:pt x="4711951" y="1675488"/>
                      <a:pt x="4491425" y="1620850"/>
                      <a:pt x="4288329" y="1661847"/>
                    </a:cubicBezTo>
                    <a:cubicBezTo>
                      <a:pt x="4085233" y="1702844"/>
                      <a:pt x="3834114" y="1610027"/>
                      <a:pt x="3639435" y="1661847"/>
                    </a:cubicBezTo>
                    <a:cubicBezTo>
                      <a:pt x="3444756" y="1713667"/>
                      <a:pt x="3175225" y="1632232"/>
                      <a:pt x="3049530" y="1661847"/>
                    </a:cubicBezTo>
                    <a:cubicBezTo>
                      <a:pt x="2923836" y="1691462"/>
                      <a:pt x="2666440" y="1660637"/>
                      <a:pt x="2459626" y="1661847"/>
                    </a:cubicBezTo>
                    <a:cubicBezTo>
                      <a:pt x="2252812" y="1663057"/>
                      <a:pt x="2017200" y="1641829"/>
                      <a:pt x="1751741" y="1661847"/>
                    </a:cubicBezTo>
                    <a:cubicBezTo>
                      <a:pt x="1486283" y="1681865"/>
                      <a:pt x="1281018" y="1654981"/>
                      <a:pt x="1161836" y="1661847"/>
                    </a:cubicBezTo>
                    <a:cubicBezTo>
                      <a:pt x="1042654" y="1668713"/>
                      <a:pt x="459445" y="1601547"/>
                      <a:pt x="276980" y="1661847"/>
                    </a:cubicBezTo>
                    <a:cubicBezTo>
                      <a:pt x="105699" y="1641947"/>
                      <a:pt x="-35817" y="1550697"/>
                      <a:pt x="0" y="1384867"/>
                    </a:cubicBezTo>
                    <a:cubicBezTo>
                      <a:pt x="-43286" y="1266498"/>
                      <a:pt x="41881" y="1102080"/>
                      <a:pt x="0" y="853081"/>
                    </a:cubicBezTo>
                    <a:cubicBezTo>
                      <a:pt x="-41881" y="604082"/>
                      <a:pt x="9380" y="436798"/>
                      <a:pt x="0" y="276980"/>
                    </a:cubicBezTo>
                    <a:close/>
                  </a:path>
                </a:pathLst>
              </a:custGeom>
              <a:noFill/>
              <a:ln w="57150">
                <a:solidFill>
                  <a:schemeClr val="accent3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round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B2C121-E51C-4792-8584-8FB21DF146A6}"/>
                  </a:ext>
                </a:extLst>
              </p:cNvPr>
              <p:cNvSpPr txBox="1"/>
              <p:nvPr/>
            </p:nvSpPr>
            <p:spPr>
              <a:xfrm>
                <a:off x="5649519" y="1504947"/>
                <a:ext cx="2070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/>
                    </a:solidFill>
                  </a:rPr>
                  <a:t>The code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1CC0497-3E82-4552-AE79-35CAA6C82E6B}"/>
                  </a:ext>
                </a:extLst>
              </p:cNvPr>
              <p:cNvSpPr/>
              <p:nvPr/>
            </p:nvSpPr>
            <p:spPr>
              <a:xfrm>
                <a:off x="451649" y="3395417"/>
                <a:ext cx="11337034" cy="2729534"/>
              </a:xfrm>
              <a:custGeom>
                <a:avLst/>
                <a:gdLst>
                  <a:gd name="connsiteX0" fmla="*/ 0 w 11337034"/>
                  <a:gd name="connsiteY0" fmla="*/ 454931 h 2729534"/>
                  <a:gd name="connsiteX1" fmla="*/ 454931 w 11337034"/>
                  <a:gd name="connsiteY1" fmla="*/ 0 h 2729534"/>
                  <a:gd name="connsiteX2" fmla="*/ 1138490 w 11337034"/>
                  <a:gd name="connsiteY2" fmla="*/ 0 h 2729534"/>
                  <a:gd name="connsiteX3" fmla="*/ 1404962 w 11337034"/>
                  <a:gd name="connsiteY3" fmla="*/ 0 h 2729534"/>
                  <a:gd name="connsiteX4" fmla="*/ 1984250 w 11337034"/>
                  <a:gd name="connsiteY4" fmla="*/ 0 h 2729534"/>
                  <a:gd name="connsiteX5" fmla="*/ 2354993 w 11337034"/>
                  <a:gd name="connsiteY5" fmla="*/ 0 h 2729534"/>
                  <a:gd name="connsiteX6" fmla="*/ 2830009 w 11337034"/>
                  <a:gd name="connsiteY6" fmla="*/ 0 h 2729534"/>
                  <a:gd name="connsiteX7" fmla="*/ 3096481 w 11337034"/>
                  <a:gd name="connsiteY7" fmla="*/ 0 h 2729534"/>
                  <a:gd name="connsiteX8" fmla="*/ 3571497 w 11337034"/>
                  <a:gd name="connsiteY8" fmla="*/ 0 h 2729534"/>
                  <a:gd name="connsiteX9" fmla="*/ 4046512 w 11337034"/>
                  <a:gd name="connsiteY9" fmla="*/ 0 h 2729534"/>
                  <a:gd name="connsiteX10" fmla="*/ 4312985 w 11337034"/>
                  <a:gd name="connsiteY10" fmla="*/ 0 h 2729534"/>
                  <a:gd name="connsiteX11" fmla="*/ 4788000 w 11337034"/>
                  <a:gd name="connsiteY11" fmla="*/ 0 h 2729534"/>
                  <a:gd name="connsiteX12" fmla="*/ 5575831 w 11337034"/>
                  <a:gd name="connsiteY12" fmla="*/ 0 h 2729534"/>
                  <a:gd name="connsiteX13" fmla="*/ 5842303 w 11337034"/>
                  <a:gd name="connsiteY13" fmla="*/ 0 h 2729534"/>
                  <a:gd name="connsiteX14" fmla="*/ 6108775 w 11337034"/>
                  <a:gd name="connsiteY14" fmla="*/ 0 h 2729534"/>
                  <a:gd name="connsiteX15" fmla="*/ 6375248 w 11337034"/>
                  <a:gd name="connsiteY15" fmla="*/ 0 h 2729534"/>
                  <a:gd name="connsiteX16" fmla="*/ 6954535 w 11337034"/>
                  <a:gd name="connsiteY16" fmla="*/ 0 h 2729534"/>
                  <a:gd name="connsiteX17" fmla="*/ 7742366 w 11337034"/>
                  <a:gd name="connsiteY17" fmla="*/ 0 h 2729534"/>
                  <a:gd name="connsiteX18" fmla="*/ 8425925 w 11337034"/>
                  <a:gd name="connsiteY18" fmla="*/ 0 h 2729534"/>
                  <a:gd name="connsiteX19" fmla="*/ 9213755 w 11337034"/>
                  <a:gd name="connsiteY19" fmla="*/ 0 h 2729534"/>
                  <a:gd name="connsiteX20" fmla="*/ 9793043 w 11337034"/>
                  <a:gd name="connsiteY20" fmla="*/ 0 h 2729534"/>
                  <a:gd name="connsiteX21" fmla="*/ 10882103 w 11337034"/>
                  <a:gd name="connsiteY21" fmla="*/ 0 h 2729534"/>
                  <a:gd name="connsiteX22" fmla="*/ 11337034 w 11337034"/>
                  <a:gd name="connsiteY22" fmla="*/ 454931 h 2729534"/>
                  <a:gd name="connsiteX23" fmla="*/ 11337034 w 11337034"/>
                  <a:gd name="connsiteY23" fmla="*/ 928046 h 2729534"/>
                  <a:gd name="connsiteX24" fmla="*/ 11337034 w 11337034"/>
                  <a:gd name="connsiteY24" fmla="*/ 1419357 h 2729534"/>
                  <a:gd name="connsiteX25" fmla="*/ 11337034 w 11337034"/>
                  <a:gd name="connsiteY25" fmla="*/ 1874275 h 2729534"/>
                  <a:gd name="connsiteX26" fmla="*/ 11337034 w 11337034"/>
                  <a:gd name="connsiteY26" fmla="*/ 2274603 h 2729534"/>
                  <a:gd name="connsiteX27" fmla="*/ 10882103 w 11337034"/>
                  <a:gd name="connsiteY27" fmla="*/ 2729534 h 2729534"/>
                  <a:gd name="connsiteX28" fmla="*/ 10511359 w 11337034"/>
                  <a:gd name="connsiteY28" fmla="*/ 2729534 h 2729534"/>
                  <a:gd name="connsiteX29" fmla="*/ 9827800 w 11337034"/>
                  <a:gd name="connsiteY29" fmla="*/ 2729534 h 2729534"/>
                  <a:gd name="connsiteX30" fmla="*/ 9457056 w 11337034"/>
                  <a:gd name="connsiteY30" fmla="*/ 2729534 h 2729534"/>
                  <a:gd name="connsiteX31" fmla="*/ 8877769 w 11337034"/>
                  <a:gd name="connsiteY31" fmla="*/ 2729534 h 2729534"/>
                  <a:gd name="connsiteX32" fmla="*/ 8507025 w 11337034"/>
                  <a:gd name="connsiteY32" fmla="*/ 2729534 h 2729534"/>
                  <a:gd name="connsiteX33" fmla="*/ 8240553 w 11337034"/>
                  <a:gd name="connsiteY33" fmla="*/ 2729534 h 2729534"/>
                  <a:gd name="connsiteX34" fmla="*/ 7765537 w 11337034"/>
                  <a:gd name="connsiteY34" fmla="*/ 2729534 h 2729534"/>
                  <a:gd name="connsiteX35" fmla="*/ 7394793 w 11337034"/>
                  <a:gd name="connsiteY35" fmla="*/ 2729534 h 2729534"/>
                  <a:gd name="connsiteX36" fmla="*/ 6606962 w 11337034"/>
                  <a:gd name="connsiteY36" fmla="*/ 2729534 h 2729534"/>
                  <a:gd name="connsiteX37" fmla="*/ 5819132 w 11337034"/>
                  <a:gd name="connsiteY37" fmla="*/ 2729534 h 2729534"/>
                  <a:gd name="connsiteX38" fmla="*/ 5135573 w 11337034"/>
                  <a:gd name="connsiteY38" fmla="*/ 2729534 h 2729534"/>
                  <a:gd name="connsiteX39" fmla="*/ 4764829 w 11337034"/>
                  <a:gd name="connsiteY39" fmla="*/ 2729534 h 2729534"/>
                  <a:gd name="connsiteX40" fmla="*/ 4498357 w 11337034"/>
                  <a:gd name="connsiteY40" fmla="*/ 2729534 h 2729534"/>
                  <a:gd name="connsiteX41" fmla="*/ 3814798 w 11337034"/>
                  <a:gd name="connsiteY41" fmla="*/ 2729534 h 2729534"/>
                  <a:gd name="connsiteX42" fmla="*/ 3339782 w 11337034"/>
                  <a:gd name="connsiteY42" fmla="*/ 2729534 h 2729534"/>
                  <a:gd name="connsiteX43" fmla="*/ 2969038 w 11337034"/>
                  <a:gd name="connsiteY43" fmla="*/ 2729534 h 2729534"/>
                  <a:gd name="connsiteX44" fmla="*/ 2285479 w 11337034"/>
                  <a:gd name="connsiteY44" fmla="*/ 2729534 h 2729534"/>
                  <a:gd name="connsiteX45" fmla="*/ 1601920 w 11337034"/>
                  <a:gd name="connsiteY45" fmla="*/ 2729534 h 2729534"/>
                  <a:gd name="connsiteX46" fmla="*/ 1126904 w 11337034"/>
                  <a:gd name="connsiteY46" fmla="*/ 2729534 h 2729534"/>
                  <a:gd name="connsiteX47" fmla="*/ 454931 w 11337034"/>
                  <a:gd name="connsiteY47" fmla="*/ 2729534 h 2729534"/>
                  <a:gd name="connsiteX48" fmla="*/ 0 w 11337034"/>
                  <a:gd name="connsiteY48" fmla="*/ 2274603 h 2729534"/>
                  <a:gd name="connsiteX49" fmla="*/ 0 w 11337034"/>
                  <a:gd name="connsiteY49" fmla="*/ 1801488 h 2729534"/>
                  <a:gd name="connsiteX50" fmla="*/ 0 w 11337034"/>
                  <a:gd name="connsiteY50" fmla="*/ 1346570 h 2729534"/>
                  <a:gd name="connsiteX51" fmla="*/ 0 w 11337034"/>
                  <a:gd name="connsiteY51" fmla="*/ 855259 h 2729534"/>
                  <a:gd name="connsiteX52" fmla="*/ 0 w 11337034"/>
                  <a:gd name="connsiteY52" fmla="*/ 454931 h 272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1337034" h="2729534" extrusionOk="0">
                    <a:moveTo>
                      <a:pt x="0" y="454931"/>
                    </a:moveTo>
                    <a:cubicBezTo>
                      <a:pt x="5146" y="164973"/>
                      <a:pt x="254247" y="40734"/>
                      <a:pt x="454931" y="0"/>
                    </a:cubicBezTo>
                    <a:cubicBezTo>
                      <a:pt x="608874" y="-13942"/>
                      <a:pt x="867743" y="35120"/>
                      <a:pt x="1138490" y="0"/>
                    </a:cubicBezTo>
                    <a:cubicBezTo>
                      <a:pt x="1409237" y="-35120"/>
                      <a:pt x="1292041" y="11428"/>
                      <a:pt x="1404962" y="0"/>
                    </a:cubicBezTo>
                    <a:cubicBezTo>
                      <a:pt x="1517883" y="-11428"/>
                      <a:pt x="1852251" y="56493"/>
                      <a:pt x="1984250" y="0"/>
                    </a:cubicBezTo>
                    <a:cubicBezTo>
                      <a:pt x="2116249" y="-56493"/>
                      <a:pt x="2193426" y="10077"/>
                      <a:pt x="2354993" y="0"/>
                    </a:cubicBezTo>
                    <a:cubicBezTo>
                      <a:pt x="2516560" y="-10077"/>
                      <a:pt x="2640456" y="41531"/>
                      <a:pt x="2830009" y="0"/>
                    </a:cubicBezTo>
                    <a:cubicBezTo>
                      <a:pt x="3019562" y="-41531"/>
                      <a:pt x="2981196" y="850"/>
                      <a:pt x="3096481" y="0"/>
                    </a:cubicBezTo>
                    <a:cubicBezTo>
                      <a:pt x="3211766" y="-850"/>
                      <a:pt x="3387056" y="12059"/>
                      <a:pt x="3571497" y="0"/>
                    </a:cubicBezTo>
                    <a:cubicBezTo>
                      <a:pt x="3755938" y="-12059"/>
                      <a:pt x="3896784" y="26910"/>
                      <a:pt x="4046512" y="0"/>
                    </a:cubicBezTo>
                    <a:cubicBezTo>
                      <a:pt x="4196240" y="-26910"/>
                      <a:pt x="4207381" y="28031"/>
                      <a:pt x="4312985" y="0"/>
                    </a:cubicBezTo>
                    <a:cubicBezTo>
                      <a:pt x="4418589" y="-28031"/>
                      <a:pt x="4583308" y="21776"/>
                      <a:pt x="4788000" y="0"/>
                    </a:cubicBezTo>
                    <a:cubicBezTo>
                      <a:pt x="4992692" y="-21776"/>
                      <a:pt x="5303243" y="56733"/>
                      <a:pt x="5575831" y="0"/>
                    </a:cubicBezTo>
                    <a:cubicBezTo>
                      <a:pt x="5848419" y="-56733"/>
                      <a:pt x="5734703" y="20218"/>
                      <a:pt x="5842303" y="0"/>
                    </a:cubicBezTo>
                    <a:cubicBezTo>
                      <a:pt x="5949903" y="-20218"/>
                      <a:pt x="6026692" y="28855"/>
                      <a:pt x="6108775" y="0"/>
                    </a:cubicBezTo>
                    <a:cubicBezTo>
                      <a:pt x="6190858" y="-28855"/>
                      <a:pt x="6276972" y="30446"/>
                      <a:pt x="6375248" y="0"/>
                    </a:cubicBezTo>
                    <a:cubicBezTo>
                      <a:pt x="6473524" y="-30446"/>
                      <a:pt x="6811782" y="66931"/>
                      <a:pt x="6954535" y="0"/>
                    </a:cubicBezTo>
                    <a:cubicBezTo>
                      <a:pt x="7097288" y="-66931"/>
                      <a:pt x="7489634" y="71504"/>
                      <a:pt x="7742366" y="0"/>
                    </a:cubicBezTo>
                    <a:cubicBezTo>
                      <a:pt x="7995098" y="-71504"/>
                      <a:pt x="8155526" y="30275"/>
                      <a:pt x="8425925" y="0"/>
                    </a:cubicBezTo>
                    <a:cubicBezTo>
                      <a:pt x="8696324" y="-30275"/>
                      <a:pt x="8889894" y="76598"/>
                      <a:pt x="9213755" y="0"/>
                    </a:cubicBezTo>
                    <a:cubicBezTo>
                      <a:pt x="9537616" y="-76598"/>
                      <a:pt x="9574244" y="25027"/>
                      <a:pt x="9793043" y="0"/>
                    </a:cubicBezTo>
                    <a:cubicBezTo>
                      <a:pt x="10011842" y="-25027"/>
                      <a:pt x="10436293" y="26011"/>
                      <a:pt x="10882103" y="0"/>
                    </a:cubicBezTo>
                    <a:cubicBezTo>
                      <a:pt x="11111669" y="22119"/>
                      <a:pt x="11321674" y="190394"/>
                      <a:pt x="11337034" y="454931"/>
                    </a:cubicBezTo>
                    <a:cubicBezTo>
                      <a:pt x="11340429" y="588123"/>
                      <a:pt x="11301992" y="804275"/>
                      <a:pt x="11337034" y="928046"/>
                    </a:cubicBezTo>
                    <a:cubicBezTo>
                      <a:pt x="11372076" y="1051817"/>
                      <a:pt x="11304743" y="1252157"/>
                      <a:pt x="11337034" y="1419357"/>
                    </a:cubicBezTo>
                    <a:cubicBezTo>
                      <a:pt x="11369325" y="1586557"/>
                      <a:pt x="11315344" y="1776265"/>
                      <a:pt x="11337034" y="1874275"/>
                    </a:cubicBezTo>
                    <a:cubicBezTo>
                      <a:pt x="11358724" y="1972285"/>
                      <a:pt x="11295417" y="2115648"/>
                      <a:pt x="11337034" y="2274603"/>
                    </a:cubicBezTo>
                    <a:cubicBezTo>
                      <a:pt x="11302849" y="2488698"/>
                      <a:pt x="11112820" y="2736906"/>
                      <a:pt x="10882103" y="2729534"/>
                    </a:cubicBezTo>
                    <a:cubicBezTo>
                      <a:pt x="10706168" y="2734686"/>
                      <a:pt x="10607587" y="2724744"/>
                      <a:pt x="10511359" y="2729534"/>
                    </a:cubicBezTo>
                    <a:cubicBezTo>
                      <a:pt x="10415131" y="2734324"/>
                      <a:pt x="10129467" y="2718617"/>
                      <a:pt x="9827800" y="2729534"/>
                    </a:cubicBezTo>
                    <a:cubicBezTo>
                      <a:pt x="9526133" y="2740451"/>
                      <a:pt x="9640115" y="2701998"/>
                      <a:pt x="9457056" y="2729534"/>
                    </a:cubicBezTo>
                    <a:cubicBezTo>
                      <a:pt x="9273997" y="2757070"/>
                      <a:pt x="9026054" y="2684013"/>
                      <a:pt x="8877769" y="2729534"/>
                    </a:cubicBezTo>
                    <a:cubicBezTo>
                      <a:pt x="8729484" y="2775055"/>
                      <a:pt x="8638102" y="2690064"/>
                      <a:pt x="8507025" y="2729534"/>
                    </a:cubicBezTo>
                    <a:cubicBezTo>
                      <a:pt x="8375948" y="2769004"/>
                      <a:pt x="8316815" y="2727933"/>
                      <a:pt x="8240553" y="2729534"/>
                    </a:cubicBezTo>
                    <a:cubicBezTo>
                      <a:pt x="8164291" y="2731135"/>
                      <a:pt x="7881455" y="2694238"/>
                      <a:pt x="7765537" y="2729534"/>
                    </a:cubicBezTo>
                    <a:cubicBezTo>
                      <a:pt x="7649619" y="2764830"/>
                      <a:pt x="7568841" y="2725464"/>
                      <a:pt x="7394793" y="2729534"/>
                    </a:cubicBezTo>
                    <a:cubicBezTo>
                      <a:pt x="7220745" y="2733604"/>
                      <a:pt x="6778527" y="2697007"/>
                      <a:pt x="6606962" y="2729534"/>
                    </a:cubicBezTo>
                    <a:cubicBezTo>
                      <a:pt x="6435397" y="2762061"/>
                      <a:pt x="6044894" y="2665572"/>
                      <a:pt x="5819132" y="2729534"/>
                    </a:cubicBezTo>
                    <a:cubicBezTo>
                      <a:pt x="5593370" y="2793496"/>
                      <a:pt x="5423456" y="2713974"/>
                      <a:pt x="5135573" y="2729534"/>
                    </a:cubicBezTo>
                    <a:cubicBezTo>
                      <a:pt x="4847690" y="2745094"/>
                      <a:pt x="4915435" y="2725670"/>
                      <a:pt x="4764829" y="2729534"/>
                    </a:cubicBezTo>
                    <a:cubicBezTo>
                      <a:pt x="4614223" y="2733398"/>
                      <a:pt x="4620303" y="2724343"/>
                      <a:pt x="4498357" y="2729534"/>
                    </a:cubicBezTo>
                    <a:cubicBezTo>
                      <a:pt x="4376411" y="2734725"/>
                      <a:pt x="4086976" y="2685646"/>
                      <a:pt x="3814798" y="2729534"/>
                    </a:cubicBezTo>
                    <a:cubicBezTo>
                      <a:pt x="3542620" y="2773422"/>
                      <a:pt x="3458209" y="2724326"/>
                      <a:pt x="3339782" y="2729534"/>
                    </a:cubicBezTo>
                    <a:cubicBezTo>
                      <a:pt x="3221355" y="2734742"/>
                      <a:pt x="3085034" y="2689539"/>
                      <a:pt x="2969038" y="2729534"/>
                    </a:cubicBezTo>
                    <a:cubicBezTo>
                      <a:pt x="2853042" y="2769529"/>
                      <a:pt x="2449508" y="2715556"/>
                      <a:pt x="2285479" y="2729534"/>
                    </a:cubicBezTo>
                    <a:cubicBezTo>
                      <a:pt x="2121450" y="2743512"/>
                      <a:pt x="1911122" y="2696029"/>
                      <a:pt x="1601920" y="2729534"/>
                    </a:cubicBezTo>
                    <a:cubicBezTo>
                      <a:pt x="1292718" y="2763039"/>
                      <a:pt x="1324514" y="2723507"/>
                      <a:pt x="1126904" y="2729534"/>
                    </a:cubicBezTo>
                    <a:cubicBezTo>
                      <a:pt x="929294" y="2735561"/>
                      <a:pt x="694566" y="2663388"/>
                      <a:pt x="454931" y="2729534"/>
                    </a:cubicBezTo>
                    <a:cubicBezTo>
                      <a:pt x="183638" y="2667039"/>
                      <a:pt x="6556" y="2555252"/>
                      <a:pt x="0" y="2274603"/>
                    </a:cubicBezTo>
                    <a:cubicBezTo>
                      <a:pt x="-30272" y="2056907"/>
                      <a:pt x="9193" y="2010112"/>
                      <a:pt x="0" y="1801488"/>
                    </a:cubicBezTo>
                    <a:cubicBezTo>
                      <a:pt x="-9193" y="1592864"/>
                      <a:pt x="48211" y="1475023"/>
                      <a:pt x="0" y="1346570"/>
                    </a:cubicBezTo>
                    <a:cubicBezTo>
                      <a:pt x="-48211" y="1218117"/>
                      <a:pt x="12337" y="1067040"/>
                      <a:pt x="0" y="855259"/>
                    </a:cubicBezTo>
                    <a:cubicBezTo>
                      <a:pt x="-12337" y="643478"/>
                      <a:pt x="9369" y="624156"/>
                      <a:pt x="0" y="454931"/>
                    </a:cubicBezTo>
                    <a:close/>
                  </a:path>
                </a:pathLst>
              </a:custGeom>
              <a:noFill/>
              <a:ln w="57150">
                <a:solidFill>
                  <a:schemeClr val="accent3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round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04BD88-B71B-441B-A538-8CAFC9409803}"/>
                  </a:ext>
                </a:extLst>
              </p:cNvPr>
              <p:cNvSpPr txBox="1"/>
              <p:nvPr/>
            </p:nvSpPr>
            <p:spPr>
              <a:xfrm>
                <a:off x="9921973" y="3465508"/>
                <a:ext cx="14551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/>
                    </a:solidFill>
                  </a:rPr>
                  <a:t>The call stack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4687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8364C-87C8-4D16-903B-DB69D51D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213"/>
            <a:ext cx="12192000" cy="29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01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3A5DC-4EEB-4548-AAA8-5B847F260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1814287"/>
            <a:ext cx="1126964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52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BB24CCF5-E99E-4BF2-B2F7-137A4CAF1940}"/>
              </a:ext>
            </a:extLst>
          </p:cNvPr>
          <p:cNvGrpSpPr/>
          <p:nvPr/>
        </p:nvGrpSpPr>
        <p:grpSpPr>
          <a:xfrm>
            <a:off x="1424409" y="1758384"/>
            <a:ext cx="2178844" cy="3383280"/>
            <a:chOff x="1424409" y="1758384"/>
            <a:chExt cx="2178844" cy="338328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0E3EDBFA-90DE-4B62-B254-0FA5E306A778}"/>
                </a:ext>
              </a:extLst>
            </p:cNvPr>
            <p:cNvSpPr/>
            <p:nvPr/>
          </p:nvSpPr>
          <p:spPr>
            <a:xfrm>
              <a:off x="1424409" y="1758384"/>
              <a:ext cx="1744980" cy="86106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Start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E9EA690-90C6-4157-9C56-B7891C02E171}"/>
                </a:ext>
              </a:extLst>
            </p:cNvPr>
            <p:cNvSpPr/>
            <p:nvPr/>
          </p:nvSpPr>
          <p:spPr>
            <a:xfrm>
              <a:off x="1424409" y="4280604"/>
              <a:ext cx="1744980" cy="86106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Stop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AD8BB8-8AB6-4D03-B8A4-DE8FEE439F1D}"/>
                </a:ext>
              </a:extLst>
            </p:cNvPr>
            <p:cNvSpPr/>
            <p:nvPr/>
          </p:nvSpPr>
          <p:spPr>
            <a:xfrm>
              <a:off x="1424409" y="3019494"/>
              <a:ext cx="1744980" cy="86106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For </a:t>
              </a:r>
              <a:r>
                <a:rPr lang="en-GB" dirty="0" err="1">
                  <a:solidFill>
                    <a:schemeClr val="tx1"/>
                  </a:solidFill>
                </a:rPr>
                <a:t>i</a:t>
              </a:r>
              <a:r>
                <a:rPr lang="en-GB" dirty="0">
                  <a:solidFill>
                    <a:schemeClr val="tx1"/>
                  </a:solidFill>
                </a:rPr>
                <a:t> in 1:N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Run model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784BA7F-D4A7-4A1A-A153-2F665A869EDF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>
              <a:off x="2296899" y="2619444"/>
              <a:ext cx="0" cy="40005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2A01B99-D4D0-4892-8062-E344A983B2F6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>
              <a:off x="2296899" y="3880554"/>
              <a:ext cx="0" cy="40005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0BAAD655-BDD2-43DA-ABDB-420DB4ABF6C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92136" y="2786133"/>
              <a:ext cx="1299211" cy="1289685"/>
            </a:xfrm>
            <a:prstGeom prst="bentConnector3">
              <a:avLst>
                <a:gd name="adj1" fmla="val 3512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363331A-A51E-4A08-9D0A-72975FDDD6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96900" y="2781369"/>
              <a:ext cx="1306353" cy="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74986F0-DD40-4155-9087-EB6517E6BDA6}"/>
              </a:ext>
            </a:extLst>
          </p:cNvPr>
          <p:cNvGrpSpPr/>
          <p:nvPr/>
        </p:nvGrpSpPr>
        <p:grpSpPr>
          <a:xfrm>
            <a:off x="4594995" y="1737360"/>
            <a:ext cx="6817438" cy="3383280"/>
            <a:chOff x="4594995" y="1737360"/>
            <a:chExt cx="6817438" cy="33832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92DCA94-C9B7-4015-8D72-E9434AD3A8B9}"/>
                </a:ext>
              </a:extLst>
            </p:cNvPr>
            <p:cNvSpPr/>
            <p:nvPr/>
          </p:nvSpPr>
          <p:spPr>
            <a:xfrm>
              <a:off x="7030933" y="1737360"/>
              <a:ext cx="1744980" cy="86106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Start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B5D1BD3-6A52-4B3B-A0B9-D9A4EFF02647}"/>
                </a:ext>
              </a:extLst>
            </p:cNvPr>
            <p:cNvSpPr/>
            <p:nvPr/>
          </p:nvSpPr>
          <p:spPr>
            <a:xfrm>
              <a:off x="7030933" y="4259580"/>
              <a:ext cx="1744980" cy="86106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Stop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B141496-4751-426A-A3B4-97442D8F1C8C}"/>
                </a:ext>
              </a:extLst>
            </p:cNvPr>
            <p:cNvSpPr/>
            <p:nvPr/>
          </p:nvSpPr>
          <p:spPr>
            <a:xfrm>
              <a:off x="4594995" y="2998470"/>
              <a:ext cx="1289685" cy="86106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Run model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AD7F255-914F-4639-86D8-320E4C13453B}"/>
                </a:ext>
              </a:extLst>
            </p:cNvPr>
            <p:cNvSpPr/>
            <p:nvPr/>
          </p:nvSpPr>
          <p:spPr>
            <a:xfrm>
              <a:off x="6175728" y="2998470"/>
              <a:ext cx="1289685" cy="86106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Run model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1B667D-DD5A-4E36-9146-9B7127F9B420}"/>
                </a:ext>
              </a:extLst>
            </p:cNvPr>
            <p:cNvSpPr/>
            <p:nvPr/>
          </p:nvSpPr>
          <p:spPr>
            <a:xfrm>
              <a:off x="8542015" y="2998470"/>
              <a:ext cx="1289685" cy="86106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Run model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DA8CCF9-CAC8-49C7-B1B2-E23970C6D0FA}"/>
                </a:ext>
              </a:extLst>
            </p:cNvPr>
            <p:cNvSpPr/>
            <p:nvPr/>
          </p:nvSpPr>
          <p:spPr>
            <a:xfrm>
              <a:off x="10122748" y="2998470"/>
              <a:ext cx="1289685" cy="86106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Run model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F9A8D79-7A37-448F-94C6-9FEBA6F7FC78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H="1">
              <a:off x="5239838" y="2489835"/>
              <a:ext cx="1770044" cy="508635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FFD4DA3-5A6E-46E7-A7B3-894EFAF9DFD6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 flipH="1">
              <a:off x="6820571" y="2598420"/>
              <a:ext cx="644844" cy="40005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9ED3E3B-065F-4A6D-BA7F-ED65DD02EDF1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8519510" y="2598420"/>
              <a:ext cx="667348" cy="40005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35EEDF5-FB42-4E3F-8662-36AB827FAFCB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>
              <a:off x="8775913" y="2486859"/>
              <a:ext cx="1991678" cy="51161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2C1DCAA-06B8-49BD-AF20-7C66DAD39A58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>
              <a:off x="6820571" y="3859530"/>
              <a:ext cx="698153" cy="40005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93A0938-6B82-4BB7-B604-2F596D764B9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239838" y="3859530"/>
              <a:ext cx="1791095" cy="52959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DFDE661-380C-499B-8EAB-3BAB3B58725C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flipH="1">
              <a:off x="8542013" y="3859530"/>
              <a:ext cx="644845" cy="40005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869E5FF-E907-4DE5-AEFA-D0B629C1FC32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8775913" y="3859530"/>
              <a:ext cx="1991678" cy="52959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4373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77BC1CF-402C-4967-97AC-AAA4877EC634}"/>
              </a:ext>
            </a:extLst>
          </p:cNvPr>
          <p:cNvGrpSpPr/>
          <p:nvPr/>
        </p:nvGrpSpPr>
        <p:grpSpPr>
          <a:xfrm>
            <a:off x="712030" y="221069"/>
            <a:ext cx="11017774" cy="6415861"/>
            <a:chOff x="712030" y="221069"/>
            <a:chExt cx="11017774" cy="641586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A6A8910-5FF5-4C5C-BC61-368E5335451A}"/>
                </a:ext>
              </a:extLst>
            </p:cNvPr>
            <p:cNvGrpSpPr/>
            <p:nvPr/>
          </p:nvGrpSpPr>
          <p:grpSpPr>
            <a:xfrm>
              <a:off x="712030" y="221069"/>
              <a:ext cx="11017774" cy="6415861"/>
              <a:chOff x="712030" y="221034"/>
              <a:chExt cx="11017774" cy="641586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67A269D-4135-4D1A-BC20-27F47D5FFA77}"/>
                  </a:ext>
                </a:extLst>
              </p:cNvPr>
              <p:cNvSpPr/>
              <p:nvPr/>
            </p:nvSpPr>
            <p:spPr>
              <a:xfrm>
                <a:off x="712033" y="221105"/>
                <a:ext cx="11017770" cy="641579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E9BA377-8123-45A3-956D-9E8337CBB059}"/>
                  </a:ext>
                </a:extLst>
              </p:cNvPr>
              <p:cNvSpPr/>
              <p:nvPr/>
            </p:nvSpPr>
            <p:spPr>
              <a:xfrm>
                <a:off x="712033" y="4542148"/>
                <a:ext cx="11017770" cy="20947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8FE2CD-983A-4484-826A-589996887ACD}"/>
                  </a:ext>
                </a:extLst>
              </p:cNvPr>
              <p:cNvSpPr/>
              <p:nvPr/>
            </p:nvSpPr>
            <p:spPr>
              <a:xfrm>
                <a:off x="712030" y="2643773"/>
                <a:ext cx="11017770" cy="189837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2D75F7-21CB-45CF-8A85-5D864DA28AAB}"/>
                  </a:ext>
                </a:extLst>
              </p:cNvPr>
              <p:cNvSpPr/>
              <p:nvPr/>
            </p:nvSpPr>
            <p:spPr>
              <a:xfrm>
                <a:off x="712030" y="221034"/>
                <a:ext cx="11017770" cy="24227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F73B5A7A-19F7-46A4-8893-C4273C22E5DA}"/>
                  </a:ext>
                </a:extLst>
              </p:cNvPr>
              <p:cNvSpPr/>
              <p:nvPr/>
            </p:nvSpPr>
            <p:spPr>
              <a:xfrm rot="10800000">
                <a:off x="712032" y="221105"/>
                <a:ext cx="5383967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C5501DE9-3DFD-46EE-B948-01CAD8589448}"/>
                  </a:ext>
                </a:extLst>
              </p:cNvPr>
              <p:cNvSpPr/>
              <p:nvPr/>
            </p:nvSpPr>
            <p:spPr>
              <a:xfrm rot="10800000" flipH="1">
                <a:off x="6096000" y="221105"/>
                <a:ext cx="5633804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62D121-A0A9-4ECD-B077-331AD1867DBA}"/>
                </a:ext>
              </a:extLst>
            </p:cNvPr>
            <p:cNvSpPr txBox="1"/>
            <p:nvPr/>
          </p:nvSpPr>
          <p:spPr>
            <a:xfrm>
              <a:off x="4329640" y="5358723"/>
              <a:ext cx="3782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setup of our tools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482BA6-0FEE-4679-99D8-7373600D852D}"/>
                </a:ext>
              </a:extLst>
            </p:cNvPr>
            <p:cNvSpPr txBox="1"/>
            <p:nvPr/>
          </p:nvSpPr>
          <p:spPr>
            <a:xfrm>
              <a:off x="3427900" y="3297687"/>
              <a:ext cx="5336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project structure and coding style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3DA7D5-D161-4F36-B77C-B760264D554B}"/>
                </a:ext>
              </a:extLst>
            </p:cNvPr>
            <p:cNvSpPr txBox="1"/>
            <p:nvPr/>
          </p:nvSpPr>
          <p:spPr>
            <a:xfrm>
              <a:off x="4881262" y="1411767"/>
              <a:ext cx="2429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R code and</a:t>
              </a:r>
            </a:p>
            <a:p>
              <a:pPr algn="ctr"/>
              <a:r>
                <a:rPr lang="en-GB" sz="2000" b="1" dirty="0"/>
                <a:t>optimization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01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77BC1CF-402C-4967-97AC-AAA4877EC634}"/>
              </a:ext>
            </a:extLst>
          </p:cNvPr>
          <p:cNvGrpSpPr/>
          <p:nvPr/>
        </p:nvGrpSpPr>
        <p:grpSpPr>
          <a:xfrm>
            <a:off x="712030" y="221069"/>
            <a:ext cx="11017774" cy="6415861"/>
            <a:chOff x="712030" y="221069"/>
            <a:chExt cx="11017774" cy="641586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A6A8910-5FF5-4C5C-BC61-368E5335451A}"/>
                </a:ext>
              </a:extLst>
            </p:cNvPr>
            <p:cNvGrpSpPr/>
            <p:nvPr/>
          </p:nvGrpSpPr>
          <p:grpSpPr>
            <a:xfrm>
              <a:off x="712030" y="221069"/>
              <a:ext cx="11017774" cy="6415861"/>
              <a:chOff x="712030" y="221034"/>
              <a:chExt cx="11017774" cy="641586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67A269D-4135-4D1A-BC20-27F47D5FFA77}"/>
                  </a:ext>
                </a:extLst>
              </p:cNvPr>
              <p:cNvSpPr/>
              <p:nvPr/>
            </p:nvSpPr>
            <p:spPr>
              <a:xfrm>
                <a:off x="712033" y="221105"/>
                <a:ext cx="11017770" cy="641579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E9BA377-8123-45A3-956D-9E8337CBB059}"/>
                  </a:ext>
                </a:extLst>
              </p:cNvPr>
              <p:cNvSpPr/>
              <p:nvPr/>
            </p:nvSpPr>
            <p:spPr>
              <a:xfrm>
                <a:off x="712033" y="4542148"/>
                <a:ext cx="11017770" cy="20947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8FE2CD-983A-4484-826A-589996887ACD}"/>
                  </a:ext>
                </a:extLst>
              </p:cNvPr>
              <p:cNvSpPr/>
              <p:nvPr/>
            </p:nvSpPr>
            <p:spPr>
              <a:xfrm>
                <a:off x="712030" y="2643773"/>
                <a:ext cx="11017770" cy="1898374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2D75F7-21CB-45CF-8A85-5D864DA28AAB}"/>
                  </a:ext>
                </a:extLst>
              </p:cNvPr>
              <p:cNvSpPr/>
              <p:nvPr/>
            </p:nvSpPr>
            <p:spPr>
              <a:xfrm>
                <a:off x="712030" y="221034"/>
                <a:ext cx="11017770" cy="2422739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F73B5A7A-19F7-46A4-8893-C4273C22E5DA}"/>
                  </a:ext>
                </a:extLst>
              </p:cNvPr>
              <p:cNvSpPr/>
              <p:nvPr/>
            </p:nvSpPr>
            <p:spPr>
              <a:xfrm rot="10800000">
                <a:off x="712032" y="221105"/>
                <a:ext cx="5383967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C5501DE9-3DFD-46EE-B948-01CAD8589448}"/>
                  </a:ext>
                </a:extLst>
              </p:cNvPr>
              <p:cNvSpPr/>
              <p:nvPr/>
            </p:nvSpPr>
            <p:spPr>
              <a:xfrm rot="10800000" flipH="1">
                <a:off x="6096000" y="221105"/>
                <a:ext cx="5633804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62D121-A0A9-4ECD-B077-331AD1867DBA}"/>
                </a:ext>
              </a:extLst>
            </p:cNvPr>
            <p:cNvSpPr txBox="1"/>
            <p:nvPr/>
          </p:nvSpPr>
          <p:spPr>
            <a:xfrm>
              <a:off x="4329640" y="5358723"/>
              <a:ext cx="3782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setup of our 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337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77BC1CF-402C-4967-97AC-AAA4877EC634}"/>
              </a:ext>
            </a:extLst>
          </p:cNvPr>
          <p:cNvGrpSpPr/>
          <p:nvPr/>
        </p:nvGrpSpPr>
        <p:grpSpPr>
          <a:xfrm>
            <a:off x="712030" y="221069"/>
            <a:ext cx="11017774" cy="6415861"/>
            <a:chOff x="712030" y="221069"/>
            <a:chExt cx="11017774" cy="641586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A6A8910-5FF5-4C5C-BC61-368E5335451A}"/>
                </a:ext>
              </a:extLst>
            </p:cNvPr>
            <p:cNvGrpSpPr/>
            <p:nvPr/>
          </p:nvGrpSpPr>
          <p:grpSpPr>
            <a:xfrm>
              <a:off x="712030" y="221069"/>
              <a:ext cx="11017774" cy="6415861"/>
              <a:chOff x="712030" y="221034"/>
              <a:chExt cx="11017774" cy="641586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67A269D-4135-4D1A-BC20-27F47D5FFA77}"/>
                  </a:ext>
                </a:extLst>
              </p:cNvPr>
              <p:cNvSpPr/>
              <p:nvPr/>
            </p:nvSpPr>
            <p:spPr>
              <a:xfrm>
                <a:off x="712033" y="221105"/>
                <a:ext cx="11017770" cy="641579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E9BA377-8123-45A3-956D-9E8337CBB059}"/>
                  </a:ext>
                </a:extLst>
              </p:cNvPr>
              <p:cNvSpPr/>
              <p:nvPr/>
            </p:nvSpPr>
            <p:spPr>
              <a:xfrm>
                <a:off x="712033" y="4542148"/>
                <a:ext cx="11017770" cy="20947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8FE2CD-983A-4484-826A-589996887ACD}"/>
                  </a:ext>
                </a:extLst>
              </p:cNvPr>
              <p:cNvSpPr/>
              <p:nvPr/>
            </p:nvSpPr>
            <p:spPr>
              <a:xfrm>
                <a:off x="712030" y="2643773"/>
                <a:ext cx="11017770" cy="189837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2D75F7-21CB-45CF-8A85-5D864DA28AAB}"/>
                  </a:ext>
                </a:extLst>
              </p:cNvPr>
              <p:cNvSpPr/>
              <p:nvPr/>
            </p:nvSpPr>
            <p:spPr>
              <a:xfrm>
                <a:off x="712030" y="221034"/>
                <a:ext cx="11017770" cy="2422739"/>
              </a:xfrm>
              <a:prstGeom prst="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F73B5A7A-19F7-46A4-8893-C4273C22E5DA}"/>
                  </a:ext>
                </a:extLst>
              </p:cNvPr>
              <p:cNvSpPr/>
              <p:nvPr/>
            </p:nvSpPr>
            <p:spPr>
              <a:xfrm rot="10800000">
                <a:off x="712032" y="221105"/>
                <a:ext cx="5383967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C5501DE9-3DFD-46EE-B948-01CAD8589448}"/>
                  </a:ext>
                </a:extLst>
              </p:cNvPr>
              <p:cNvSpPr/>
              <p:nvPr/>
            </p:nvSpPr>
            <p:spPr>
              <a:xfrm rot="10800000" flipH="1">
                <a:off x="6096000" y="221105"/>
                <a:ext cx="5633804" cy="6415790"/>
              </a:xfrm>
              <a:prstGeom prst="triangle">
                <a:avLst>
                  <a:gd name="adj" fmla="val 100000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62D121-A0A9-4ECD-B077-331AD1867DBA}"/>
                </a:ext>
              </a:extLst>
            </p:cNvPr>
            <p:cNvSpPr txBox="1"/>
            <p:nvPr/>
          </p:nvSpPr>
          <p:spPr>
            <a:xfrm>
              <a:off x="4329640" y="5358723"/>
              <a:ext cx="3782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setup of our tools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482BA6-0FEE-4679-99D8-7373600D852D}"/>
                </a:ext>
              </a:extLst>
            </p:cNvPr>
            <p:cNvSpPr txBox="1"/>
            <p:nvPr/>
          </p:nvSpPr>
          <p:spPr>
            <a:xfrm>
              <a:off x="3427900" y="3297687"/>
              <a:ext cx="5336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/>
                <a:t>Efficient project structure and coding style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918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8E9F074E-8154-4FDF-934A-501D69162554}"/>
              </a:ext>
            </a:extLst>
          </p:cNvPr>
          <p:cNvGrpSpPr/>
          <p:nvPr/>
        </p:nvGrpSpPr>
        <p:grpSpPr>
          <a:xfrm>
            <a:off x="160020" y="1053460"/>
            <a:ext cx="11772899" cy="5621660"/>
            <a:chOff x="160020" y="1053460"/>
            <a:chExt cx="11772899" cy="562166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A4382F8-F3EF-4210-BA9B-248B286F0942}"/>
                </a:ext>
              </a:extLst>
            </p:cNvPr>
            <p:cNvSpPr/>
            <p:nvPr/>
          </p:nvSpPr>
          <p:spPr>
            <a:xfrm>
              <a:off x="693400" y="3015560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BB3C-0F11-48B1-89FE-F94221309702}"/>
                </a:ext>
              </a:extLst>
            </p:cNvPr>
            <p:cNvSpPr txBox="1"/>
            <p:nvPr/>
          </p:nvSpPr>
          <p:spPr>
            <a:xfrm>
              <a:off x="1018649" y="3213557"/>
              <a:ext cx="1469295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Import</a:t>
              </a:r>
              <a:endParaRPr lang="en-GB" sz="22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FEBF4C-0582-4070-A8F9-260946F3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049" y="3650119"/>
              <a:ext cx="931748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B4364-5558-423C-84C0-492E17A9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23" y="4445121"/>
              <a:ext cx="932376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796A7A-53FD-47C5-91D5-623C4CFFB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24" y="5241401"/>
              <a:ext cx="931748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DD6021-8A7E-4687-970E-B9E084CD1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298" y="4445121"/>
              <a:ext cx="931749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57287E-2DA2-4836-90E4-12A90DB6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5590"/>
                </a:clrFrom>
                <a:clrTo>
                  <a:srgbClr val="005590">
                    <a:alpha val="0"/>
                  </a:srgbClr>
                </a:clrTo>
              </a:clrChang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213" y="5252012"/>
              <a:ext cx="931748" cy="108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F6735B-7BF6-4D15-B35D-A7BA80EE4B45}"/>
                </a:ext>
              </a:extLst>
            </p:cNvPr>
            <p:cNvGrpSpPr/>
            <p:nvPr/>
          </p:nvGrpSpPr>
          <p:grpSpPr>
            <a:xfrm>
              <a:off x="2163878" y="5423306"/>
              <a:ext cx="800100" cy="735337"/>
              <a:chOff x="2259807" y="5444606"/>
              <a:chExt cx="800100" cy="73533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64ECB4-6B9D-4997-98E9-7901899FC2E8}"/>
                  </a:ext>
                </a:extLst>
              </p:cNvPr>
              <p:cNvSpPr/>
              <p:nvPr/>
            </p:nvSpPr>
            <p:spPr>
              <a:xfrm>
                <a:off x="2259807" y="5558823"/>
                <a:ext cx="800100" cy="510981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04372E9-BF51-4B66-B91C-789DCDDC17C6}"/>
                  </a:ext>
                </a:extLst>
              </p:cNvPr>
              <p:cNvSpPr/>
              <p:nvPr/>
            </p:nvSpPr>
            <p:spPr>
              <a:xfrm rot="16200000">
                <a:off x="2526604" y="5475089"/>
                <a:ext cx="215625" cy="154660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46A6B1-4164-433E-9B12-0FD002319CA5}"/>
                  </a:ext>
                </a:extLst>
              </p:cNvPr>
              <p:cNvSpPr/>
              <p:nvPr/>
            </p:nvSpPr>
            <p:spPr>
              <a:xfrm rot="19659964">
                <a:off x="2624164" y="6100986"/>
                <a:ext cx="424389" cy="78957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1665360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A586325-8F07-4861-BE28-C14C81F6F944}"/>
              </a:ext>
            </a:extLst>
          </p:cNvPr>
          <p:cNvGrpSpPr/>
          <p:nvPr/>
        </p:nvGrpSpPr>
        <p:grpSpPr>
          <a:xfrm>
            <a:off x="231049" y="3015560"/>
            <a:ext cx="2721575" cy="3305841"/>
            <a:chOff x="231049" y="3015560"/>
            <a:chExt cx="2721575" cy="330584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A4382F8-F3EF-4210-BA9B-248B286F0942}"/>
                </a:ext>
              </a:extLst>
            </p:cNvPr>
            <p:cNvSpPr/>
            <p:nvPr/>
          </p:nvSpPr>
          <p:spPr>
            <a:xfrm>
              <a:off x="693400" y="3015560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BB3C-0F11-48B1-89FE-F94221309702}"/>
                </a:ext>
              </a:extLst>
            </p:cNvPr>
            <p:cNvSpPr txBox="1"/>
            <p:nvPr/>
          </p:nvSpPr>
          <p:spPr>
            <a:xfrm>
              <a:off x="1018649" y="3213557"/>
              <a:ext cx="1469295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Import</a:t>
              </a:r>
              <a:endParaRPr lang="en-GB" sz="22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FEBF4C-0582-4070-A8F9-260946F3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049" y="3650119"/>
              <a:ext cx="931748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B4364-5558-423C-84C0-492E17A9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23" y="4445121"/>
              <a:ext cx="932376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796A7A-53FD-47C5-91D5-623C4CFFB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24" y="5241401"/>
              <a:ext cx="931748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DD6021-8A7E-4687-970E-B9E084CD1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298" y="4445121"/>
              <a:ext cx="931749" cy="108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F6735B-7BF6-4D15-B35D-A7BA80EE4B45}"/>
                </a:ext>
              </a:extLst>
            </p:cNvPr>
            <p:cNvGrpSpPr/>
            <p:nvPr/>
          </p:nvGrpSpPr>
          <p:grpSpPr>
            <a:xfrm>
              <a:off x="2461158" y="5423306"/>
              <a:ext cx="491466" cy="735337"/>
              <a:chOff x="2557087" y="5444606"/>
              <a:chExt cx="491466" cy="73533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04372E9-BF51-4B66-B91C-789DCDDC17C6}"/>
                  </a:ext>
                </a:extLst>
              </p:cNvPr>
              <p:cNvSpPr/>
              <p:nvPr/>
            </p:nvSpPr>
            <p:spPr>
              <a:xfrm rot="16200000">
                <a:off x="2526604" y="5475089"/>
                <a:ext cx="215625" cy="154660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46A6B1-4164-433E-9B12-0FD002319CA5}"/>
                  </a:ext>
                </a:extLst>
              </p:cNvPr>
              <p:cNvSpPr/>
              <p:nvPr/>
            </p:nvSpPr>
            <p:spPr>
              <a:xfrm rot="19659964">
                <a:off x="2624164" y="6100986"/>
                <a:ext cx="424389" cy="78957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6107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6BCF68FC-AB4A-4017-9070-71A3FB8A6C04}"/>
              </a:ext>
            </a:extLst>
          </p:cNvPr>
          <p:cNvGrpSpPr/>
          <p:nvPr/>
        </p:nvGrpSpPr>
        <p:grpSpPr>
          <a:xfrm>
            <a:off x="160020" y="1053460"/>
            <a:ext cx="11772899" cy="5621660"/>
            <a:chOff x="160020" y="1053460"/>
            <a:chExt cx="11772899" cy="562166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700FF1-2939-4A87-B839-E5C04992C2F0}"/>
                </a:ext>
              </a:extLst>
            </p:cNvPr>
            <p:cNvSpPr/>
            <p:nvPr/>
          </p:nvSpPr>
          <p:spPr>
            <a:xfrm>
              <a:off x="3464600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149FE-91F2-4AA1-A02A-B80FECC34B74}"/>
                </a:ext>
              </a:extLst>
            </p:cNvPr>
            <p:cNvSpPr txBox="1"/>
            <p:nvPr/>
          </p:nvSpPr>
          <p:spPr>
            <a:xfrm>
              <a:off x="3919203" y="3239142"/>
              <a:ext cx="103056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Tidy</a:t>
              </a:r>
              <a:endParaRPr lang="en-GB" sz="22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E4278E-843E-44E6-87FD-42FB2452C09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2312387" y="3468351"/>
              <a:ext cx="1152213" cy="1"/>
            </a:xfrm>
            <a:custGeom>
              <a:avLst/>
              <a:gdLst>
                <a:gd name="connsiteX0" fmla="*/ 0 w 1152213"/>
                <a:gd name="connsiteY0" fmla="*/ 0 h 1"/>
                <a:gd name="connsiteX1" fmla="*/ 599151 w 1152213"/>
                <a:gd name="connsiteY1" fmla="*/ 1 h 1"/>
                <a:gd name="connsiteX2" fmla="*/ 1152213 w 1152213"/>
                <a:gd name="connsiteY2" fmla="*/ 1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213" h="1" fill="none" extrusionOk="0">
                  <a:moveTo>
                    <a:pt x="0" y="0"/>
                  </a:moveTo>
                  <a:cubicBezTo>
                    <a:pt x="122401" y="-25069"/>
                    <a:pt x="407907" y="-27075"/>
                    <a:pt x="599151" y="1"/>
                  </a:cubicBezTo>
                  <a:cubicBezTo>
                    <a:pt x="790395" y="27077"/>
                    <a:pt x="967404" y="5652"/>
                    <a:pt x="1152213" y="1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9433F-8610-4A63-8D78-AA30ED7B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053" y="3660993"/>
              <a:ext cx="935406" cy="1080000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00D34B-EA67-47FD-B8ED-278484BACB26}"/>
              </a:ext>
            </a:extLst>
          </p:cNvPr>
          <p:cNvSpPr/>
          <p:nvPr/>
        </p:nvSpPr>
        <p:spPr>
          <a:xfrm>
            <a:off x="3472071" y="3003618"/>
            <a:ext cx="1620000" cy="905585"/>
          </a:xfrm>
          <a:custGeom>
            <a:avLst/>
            <a:gdLst>
              <a:gd name="connsiteX0" fmla="*/ 0 w 1620000"/>
              <a:gd name="connsiteY0" fmla="*/ 150934 h 905585"/>
              <a:gd name="connsiteX1" fmla="*/ 150934 w 1620000"/>
              <a:gd name="connsiteY1" fmla="*/ 0 h 905585"/>
              <a:gd name="connsiteX2" fmla="*/ 836363 w 1620000"/>
              <a:gd name="connsiteY2" fmla="*/ 0 h 905585"/>
              <a:gd name="connsiteX3" fmla="*/ 1469066 w 1620000"/>
              <a:gd name="connsiteY3" fmla="*/ 0 h 905585"/>
              <a:gd name="connsiteX4" fmla="*/ 1620000 w 1620000"/>
              <a:gd name="connsiteY4" fmla="*/ 150934 h 905585"/>
              <a:gd name="connsiteX5" fmla="*/ 1620000 w 1620000"/>
              <a:gd name="connsiteY5" fmla="*/ 754651 h 905585"/>
              <a:gd name="connsiteX6" fmla="*/ 1469066 w 1620000"/>
              <a:gd name="connsiteY6" fmla="*/ 905585 h 905585"/>
              <a:gd name="connsiteX7" fmla="*/ 810000 w 1620000"/>
              <a:gd name="connsiteY7" fmla="*/ 905585 h 905585"/>
              <a:gd name="connsiteX8" fmla="*/ 150934 w 1620000"/>
              <a:gd name="connsiteY8" fmla="*/ 905585 h 905585"/>
              <a:gd name="connsiteX9" fmla="*/ 0 w 1620000"/>
              <a:gd name="connsiteY9" fmla="*/ 754651 h 905585"/>
              <a:gd name="connsiteX10" fmla="*/ 0 w 1620000"/>
              <a:gd name="connsiteY10" fmla="*/ 150934 h 9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0000" h="905585" extrusionOk="0">
                <a:moveTo>
                  <a:pt x="0" y="150934"/>
                </a:moveTo>
                <a:cubicBezTo>
                  <a:pt x="-5245" y="64340"/>
                  <a:pt x="56472" y="4167"/>
                  <a:pt x="150934" y="0"/>
                </a:cubicBezTo>
                <a:cubicBezTo>
                  <a:pt x="458759" y="12927"/>
                  <a:pt x="599777" y="-6274"/>
                  <a:pt x="836363" y="0"/>
                </a:cubicBezTo>
                <a:cubicBezTo>
                  <a:pt x="1072949" y="6274"/>
                  <a:pt x="1327304" y="-10418"/>
                  <a:pt x="1469066" y="0"/>
                </a:cubicBezTo>
                <a:cubicBezTo>
                  <a:pt x="1544384" y="-4400"/>
                  <a:pt x="1629901" y="72306"/>
                  <a:pt x="1620000" y="150934"/>
                </a:cubicBezTo>
                <a:cubicBezTo>
                  <a:pt x="1594126" y="415275"/>
                  <a:pt x="1604060" y="628459"/>
                  <a:pt x="1620000" y="754651"/>
                </a:cubicBezTo>
                <a:cubicBezTo>
                  <a:pt x="1624321" y="830978"/>
                  <a:pt x="1542693" y="914137"/>
                  <a:pt x="1469066" y="905585"/>
                </a:cubicBezTo>
                <a:cubicBezTo>
                  <a:pt x="1247650" y="888729"/>
                  <a:pt x="1130731" y="933689"/>
                  <a:pt x="810000" y="905585"/>
                </a:cubicBezTo>
                <a:cubicBezTo>
                  <a:pt x="489269" y="877481"/>
                  <a:pt x="324145" y="917545"/>
                  <a:pt x="150934" y="905585"/>
                </a:cubicBezTo>
                <a:cubicBezTo>
                  <a:pt x="63166" y="905333"/>
                  <a:pt x="5775" y="822174"/>
                  <a:pt x="0" y="754651"/>
                </a:cubicBezTo>
                <a:cubicBezTo>
                  <a:pt x="-8150" y="501047"/>
                  <a:pt x="28028" y="302929"/>
                  <a:pt x="0" y="150934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28856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051FDD-6B6F-4F06-BE56-17335A7EE83B}"/>
              </a:ext>
            </a:extLst>
          </p:cNvPr>
          <p:cNvGrpSpPr/>
          <p:nvPr/>
        </p:nvGrpSpPr>
        <p:grpSpPr>
          <a:xfrm>
            <a:off x="2998053" y="3003618"/>
            <a:ext cx="2094018" cy="1737375"/>
            <a:chOff x="2998053" y="3003618"/>
            <a:chExt cx="2094018" cy="173737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B00D34B-EA67-47FD-B8ED-278484BACB26}"/>
                </a:ext>
              </a:extLst>
            </p:cNvPr>
            <p:cNvSpPr/>
            <p:nvPr/>
          </p:nvSpPr>
          <p:spPr>
            <a:xfrm>
              <a:off x="3472071" y="3003618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700FF1-2939-4A87-B839-E5C04992C2F0}"/>
                </a:ext>
              </a:extLst>
            </p:cNvPr>
            <p:cNvSpPr/>
            <p:nvPr/>
          </p:nvSpPr>
          <p:spPr>
            <a:xfrm>
              <a:off x="3464600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149FE-91F2-4AA1-A02A-B80FECC34B74}"/>
                </a:ext>
              </a:extLst>
            </p:cNvPr>
            <p:cNvSpPr txBox="1"/>
            <p:nvPr/>
          </p:nvSpPr>
          <p:spPr>
            <a:xfrm>
              <a:off x="3919203" y="3239142"/>
              <a:ext cx="103056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Tidy</a:t>
              </a:r>
              <a:endParaRPr lang="en-GB" sz="22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9433F-8610-4A63-8D78-AA30ED7B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053" y="3660993"/>
              <a:ext cx="935406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6237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0156E3-8915-42B3-A5F8-9BC46B23F585}"/>
              </a:ext>
            </a:extLst>
          </p:cNvPr>
          <p:cNvGrpSpPr/>
          <p:nvPr/>
        </p:nvGrpSpPr>
        <p:grpSpPr>
          <a:xfrm>
            <a:off x="160020" y="1053460"/>
            <a:ext cx="11772899" cy="5621660"/>
            <a:chOff x="160020" y="1053460"/>
            <a:chExt cx="11772899" cy="562166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11067B8-6B9D-4585-BD87-22F3B6B6978E}"/>
                </a:ext>
              </a:extLst>
            </p:cNvPr>
            <p:cNvSpPr/>
            <p:nvPr/>
          </p:nvSpPr>
          <p:spPr>
            <a:xfrm>
              <a:off x="6315856" y="3027294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306AC-109B-4873-8106-BAD98CC75757}"/>
                </a:ext>
              </a:extLst>
            </p:cNvPr>
            <p:cNvSpPr/>
            <p:nvPr/>
          </p:nvSpPr>
          <p:spPr>
            <a:xfrm>
              <a:off x="6341486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7F3A4-1088-4D31-97AB-4269DA11161E}"/>
                </a:ext>
              </a:extLst>
            </p:cNvPr>
            <p:cNvSpPr txBox="1"/>
            <p:nvPr/>
          </p:nvSpPr>
          <p:spPr>
            <a:xfrm>
              <a:off x="6378389" y="3213557"/>
              <a:ext cx="1619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Transform</a:t>
              </a:r>
              <a:endParaRPr lang="en-GB" sz="22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FEE322A-5E40-44FE-9D0A-AEAE071F21AA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5084600" y="3468351"/>
              <a:ext cx="1256886" cy="0"/>
            </a:xfrm>
            <a:custGeom>
              <a:avLst/>
              <a:gdLst>
                <a:gd name="connsiteX0" fmla="*/ 0 w 1256886"/>
                <a:gd name="connsiteY0" fmla="*/ 0 h 0"/>
                <a:gd name="connsiteX1" fmla="*/ 653581 w 1256886"/>
                <a:gd name="connsiteY1" fmla="*/ 1 h 0"/>
                <a:gd name="connsiteX2" fmla="*/ 1256886 w 1256886"/>
                <a:gd name="connsiteY2" fmla="*/ 1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6886" fill="none" extrusionOk="0">
                  <a:moveTo>
                    <a:pt x="0" y="0"/>
                  </a:moveTo>
                  <a:cubicBezTo>
                    <a:pt x="234434" y="-25976"/>
                    <a:pt x="328064" y="-22564"/>
                    <a:pt x="653581" y="1"/>
                  </a:cubicBezTo>
                  <a:cubicBezTo>
                    <a:pt x="979098" y="22565"/>
                    <a:pt x="1084046" y="-18380"/>
                    <a:pt x="1256886" y="1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7BEA7B-FE3D-4AE7-B7E3-FFD157558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970" y="3657964"/>
              <a:ext cx="935493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DDB5EA-0F0D-4811-A603-B8D472DB6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956" y="5256053"/>
              <a:ext cx="935406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CE111A-7F5C-4151-999D-0A47DCDA1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8589" y="4452966"/>
              <a:ext cx="931748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27ED36-8B74-49E1-9F7C-6337D1B5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208" y="5251628"/>
              <a:ext cx="931748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D4E7C5-F0EB-48CE-A087-2EE91FABA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419" y="4452966"/>
              <a:ext cx="931748" cy="1080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CFE44-FE10-442C-A9BF-73F7C2D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096" y="4465612"/>
              <a:ext cx="931748" cy="1080000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1574378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D3DAB85-8690-4EDA-BB22-52300C3E7A94}"/>
              </a:ext>
            </a:extLst>
          </p:cNvPr>
          <p:cNvGrpSpPr/>
          <p:nvPr/>
        </p:nvGrpSpPr>
        <p:grpSpPr>
          <a:xfrm>
            <a:off x="5403096" y="3015558"/>
            <a:ext cx="3272266" cy="3320495"/>
            <a:chOff x="5403096" y="3015558"/>
            <a:chExt cx="3272266" cy="332049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11067B8-6B9D-4585-BD87-22F3B6B6978E}"/>
                </a:ext>
              </a:extLst>
            </p:cNvPr>
            <p:cNvSpPr/>
            <p:nvPr/>
          </p:nvSpPr>
          <p:spPr>
            <a:xfrm>
              <a:off x="6315856" y="3027294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306AC-109B-4873-8106-BAD98CC75757}"/>
                </a:ext>
              </a:extLst>
            </p:cNvPr>
            <p:cNvSpPr/>
            <p:nvPr/>
          </p:nvSpPr>
          <p:spPr>
            <a:xfrm>
              <a:off x="6341486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7F3A4-1088-4D31-97AB-4269DA11161E}"/>
                </a:ext>
              </a:extLst>
            </p:cNvPr>
            <p:cNvSpPr txBox="1"/>
            <p:nvPr/>
          </p:nvSpPr>
          <p:spPr>
            <a:xfrm>
              <a:off x="6378389" y="3213557"/>
              <a:ext cx="1619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Transform</a:t>
              </a:r>
              <a:endParaRPr lang="en-GB" sz="22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7BEA7B-FE3D-4AE7-B7E3-FFD157558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970" y="3657964"/>
              <a:ext cx="935493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DDB5EA-0F0D-4811-A603-B8D472DB6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956" y="5256053"/>
              <a:ext cx="935406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CE111A-7F5C-4151-999D-0A47DCDA1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8589" y="4452966"/>
              <a:ext cx="931748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27ED36-8B74-49E1-9F7C-6337D1B5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208" y="5251628"/>
              <a:ext cx="931748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D4E7C5-F0EB-48CE-A087-2EE91FABA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419" y="4452966"/>
              <a:ext cx="931748" cy="1080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CFE44-FE10-442C-A9BF-73F7C2D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096" y="4465612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6100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15E57C-6D25-4B1C-8D5D-2B73BACF5B1D}"/>
              </a:ext>
            </a:extLst>
          </p:cNvPr>
          <p:cNvSpPr/>
          <p:nvPr/>
        </p:nvSpPr>
        <p:spPr>
          <a:xfrm>
            <a:off x="9061926" y="1959045"/>
            <a:ext cx="1620000" cy="905585"/>
          </a:xfrm>
          <a:custGeom>
            <a:avLst/>
            <a:gdLst>
              <a:gd name="connsiteX0" fmla="*/ 0 w 1620000"/>
              <a:gd name="connsiteY0" fmla="*/ 150934 h 905585"/>
              <a:gd name="connsiteX1" fmla="*/ 150934 w 1620000"/>
              <a:gd name="connsiteY1" fmla="*/ 0 h 905585"/>
              <a:gd name="connsiteX2" fmla="*/ 836363 w 1620000"/>
              <a:gd name="connsiteY2" fmla="*/ 0 h 905585"/>
              <a:gd name="connsiteX3" fmla="*/ 1469066 w 1620000"/>
              <a:gd name="connsiteY3" fmla="*/ 0 h 905585"/>
              <a:gd name="connsiteX4" fmla="*/ 1620000 w 1620000"/>
              <a:gd name="connsiteY4" fmla="*/ 150934 h 905585"/>
              <a:gd name="connsiteX5" fmla="*/ 1620000 w 1620000"/>
              <a:gd name="connsiteY5" fmla="*/ 754651 h 905585"/>
              <a:gd name="connsiteX6" fmla="*/ 1469066 w 1620000"/>
              <a:gd name="connsiteY6" fmla="*/ 905585 h 905585"/>
              <a:gd name="connsiteX7" fmla="*/ 810000 w 1620000"/>
              <a:gd name="connsiteY7" fmla="*/ 905585 h 905585"/>
              <a:gd name="connsiteX8" fmla="*/ 150934 w 1620000"/>
              <a:gd name="connsiteY8" fmla="*/ 905585 h 905585"/>
              <a:gd name="connsiteX9" fmla="*/ 0 w 1620000"/>
              <a:gd name="connsiteY9" fmla="*/ 754651 h 905585"/>
              <a:gd name="connsiteX10" fmla="*/ 0 w 1620000"/>
              <a:gd name="connsiteY10" fmla="*/ 150934 h 9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0000" h="905585" extrusionOk="0">
                <a:moveTo>
                  <a:pt x="0" y="150934"/>
                </a:moveTo>
                <a:cubicBezTo>
                  <a:pt x="-5245" y="64340"/>
                  <a:pt x="56472" y="4167"/>
                  <a:pt x="150934" y="0"/>
                </a:cubicBezTo>
                <a:cubicBezTo>
                  <a:pt x="458759" y="12927"/>
                  <a:pt x="599777" y="-6274"/>
                  <a:pt x="836363" y="0"/>
                </a:cubicBezTo>
                <a:cubicBezTo>
                  <a:pt x="1072949" y="6274"/>
                  <a:pt x="1327304" y="-10418"/>
                  <a:pt x="1469066" y="0"/>
                </a:cubicBezTo>
                <a:cubicBezTo>
                  <a:pt x="1544384" y="-4400"/>
                  <a:pt x="1629901" y="72306"/>
                  <a:pt x="1620000" y="150934"/>
                </a:cubicBezTo>
                <a:cubicBezTo>
                  <a:pt x="1594126" y="415275"/>
                  <a:pt x="1604060" y="628459"/>
                  <a:pt x="1620000" y="754651"/>
                </a:cubicBezTo>
                <a:cubicBezTo>
                  <a:pt x="1624321" y="830978"/>
                  <a:pt x="1542693" y="914137"/>
                  <a:pt x="1469066" y="905585"/>
                </a:cubicBezTo>
                <a:cubicBezTo>
                  <a:pt x="1247650" y="888729"/>
                  <a:pt x="1130731" y="933689"/>
                  <a:pt x="810000" y="905585"/>
                </a:cubicBezTo>
                <a:cubicBezTo>
                  <a:pt x="489269" y="877481"/>
                  <a:pt x="324145" y="917545"/>
                  <a:pt x="150934" y="905585"/>
                </a:cubicBezTo>
                <a:cubicBezTo>
                  <a:pt x="63166" y="905333"/>
                  <a:pt x="5775" y="822174"/>
                  <a:pt x="0" y="754651"/>
                </a:cubicBezTo>
                <a:cubicBezTo>
                  <a:pt x="-8150" y="501047"/>
                  <a:pt x="28028" y="302929"/>
                  <a:pt x="0" y="150934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19DD05-2936-47E0-A6B6-CC1048E9BF9D}"/>
              </a:ext>
            </a:extLst>
          </p:cNvPr>
          <p:cNvGrpSpPr/>
          <p:nvPr/>
        </p:nvGrpSpPr>
        <p:grpSpPr>
          <a:xfrm>
            <a:off x="160020" y="1053460"/>
            <a:ext cx="11772899" cy="5621660"/>
            <a:chOff x="160020" y="1053460"/>
            <a:chExt cx="11772899" cy="562166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AD2326-A01E-4233-838F-9DA0589C7C94}"/>
                </a:ext>
              </a:extLst>
            </p:cNvPr>
            <p:cNvSpPr/>
            <p:nvPr/>
          </p:nvSpPr>
          <p:spPr>
            <a:xfrm>
              <a:off x="9084379" y="1959045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2A0BDB-72D6-4A33-9EA5-90F58CCC3008}"/>
                </a:ext>
              </a:extLst>
            </p:cNvPr>
            <p:cNvSpPr txBox="1"/>
            <p:nvPr/>
          </p:nvSpPr>
          <p:spPr>
            <a:xfrm>
              <a:off x="9291886" y="2159269"/>
              <a:ext cx="1759047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Visualize</a:t>
              </a:r>
              <a:endParaRPr lang="en-GB" sz="2200" dirty="0"/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4C3F6D4-8C1E-4973-AC9D-D1A26F4B8D8A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5400000" flipH="1" flipV="1">
              <a:off x="7816072" y="1747251"/>
              <a:ext cx="603720" cy="1932892"/>
            </a:xfrm>
            <a:prstGeom prst="curvedConnector2">
              <a:avLst/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9F01859-6FAF-4F18-9528-E0226C77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0581" y="2508710"/>
              <a:ext cx="931748" cy="1080000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1434017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5750F3-E579-4EF1-9610-B9016370823D}"/>
              </a:ext>
            </a:extLst>
          </p:cNvPr>
          <p:cNvGrpSpPr/>
          <p:nvPr/>
        </p:nvGrpSpPr>
        <p:grpSpPr>
          <a:xfrm>
            <a:off x="9061926" y="1959045"/>
            <a:ext cx="2110403" cy="1629665"/>
            <a:chOff x="9061926" y="1959045"/>
            <a:chExt cx="2110403" cy="162966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215E57C-6D25-4B1C-8D5D-2B73BACF5B1D}"/>
                </a:ext>
              </a:extLst>
            </p:cNvPr>
            <p:cNvSpPr/>
            <p:nvPr/>
          </p:nvSpPr>
          <p:spPr>
            <a:xfrm>
              <a:off x="9061926" y="1959045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AD2326-A01E-4233-838F-9DA0589C7C94}"/>
                </a:ext>
              </a:extLst>
            </p:cNvPr>
            <p:cNvSpPr/>
            <p:nvPr/>
          </p:nvSpPr>
          <p:spPr>
            <a:xfrm>
              <a:off x="9084379" y="1959045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2A0BDB-72D6-4A33-9EA5-90F58CCC3008}"/>
                </a:ext>
              </a:extLst>
            </p:cNvPr>
            <p:cNvSpPr txBox="1"/>
            <p:nvPr/>
          </p:nvSpPr>
          <p:spPr>
            <a:xfrm>
              <a:off x="9291886" y="2159269"/>
              <a:ext cx="1759047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Visualize</a:t>
              </a:r>
              <a:endParaRPr lang="en-GB" sz="2200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9F01859-6FAF-4F18-9528-E0226C77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0581" y="2508710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9220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07E8FAE-D505-4018-BA30-920D0620AFF1}"/>
              </a:ext>
            </a:extLst>
          </p:cNvPr>
          <p:cNvGrpSpPr/>
          <p:nvPr/>
        </p:nvGrpSpPr>
        <p:grpSpPr>
          <a:xfrm>
            <a:off x="160020" y="1053460"/>
            <a:ext cx="11772899" cy="5621660"/>
            <a:chOff x="160020" y="1053460"/>
            <a:chExt cx="11772899" cy="562166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533E45-E28D-45DD-87E9-C00B7EE239B7}"/>
                </a:ext>
              </a:extLst>
            </p:cNvPr>
            <p:cNvSpPr/>
            <p:nvPr/>
          </p:nvSpPr>
          <p:spPr>
            <a:xfrm>
              <a:off x="9125254" y="3921143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E48E3D-8734-4D7A-8042-0C1DAD289F94}"/>
                </a:ext>
              </a:extLst>
            </p:cNvPr>
            <p:cNvSpPr txBox="1"/>
            <p:nvPr/>
          </p:nvSpPr>
          <p:spPr>
            <a:xfrm>
              <a:off x="9467877" y="4144741"/>
              <a:ext cx="1407063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Model</a:t>
              </a:r>
              <a:endParaRPr lang="en-GB" sz="2200" dirty="0"/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ABC74271-5AEC-4E1E-A899-73C5F0A4388A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16200000" flipH="1">
              <a:off x="9386560" y="3372448"/>
              <a:ext cx="1056513" cy="4087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92EC5C3-104F-4F86-A5F9-E7A7E43DB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2688" y="5239200"/>
              <a:ext cx="931691" cy="1080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B518DA6-B670-4154-893B-FFF07714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2070" y="4459773"/>
              <a:ext cx="935493" cy="1080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716FFFD-977A-4C36-A259-30ED6503B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1378" y="5248655"/>
              <a:ext cx="935493" cy="1080000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B4A2F441-9796-4FF5-9480-57FEE123C22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51486" y="3921144"/>
              <a:ext cx="1973768" cy="452793"/>
            </a:xfrm>
            <a:prstGeom prst="curvedConnector2">
              <a:avLst/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75869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D9D8F864-F154-4E6D-BAFA-E4C4F1EABF66}"/>
              </a:ext>
            </a:extLst>
          </p:cNvPr>
          <p:cNvGrpSpPr/>
          <p:nvPr/>
        </p:nvGrpSpPr>
        <p:grpSpPr>
          <a:xfrm>
            <a:off x="160020" y="513460"/>
            <a:ext cx="11772899" cy="6161660"/>
            <a:chOff x="160020" y="513460"/>
            <a:chExt cx="11772899" cy="616166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68F0F26-188F-4874-BCED-C6119713B452}"/>
                </a:ext>
              </a:extLst>
            </p:cNvPr>
            <p:cNvSpPr txBox="1"/>
            <p:nvPr/>
          </p:nvSpPr>
          <p:spPr>
            <a:xfrm>
              <a:off x="1606126" y="105346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Underlying data structure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5682114-8176-4697-AB5B-895DC405A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378" y="513460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3156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CE9B426-33DF-4E2B-A979-EDF57ED40DB7}"/>
              </a:ext>
            </a:extLst>
          </p:cNvPr>
          <p:cNvGrpSpPr/>
          <p:nvPr/>
        </p:nvGrpSpPr>
        <p:grpSpPr>
          <a:xfrm>
            <a:off x="160020" y="551214"/>
            <a:ext cx="11772899" cy="6123906"/>
            <a:chOff x="160020" y="551214"/>
            <a:chExt cx="11772899" cy="612390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72485-22C4-4B0E-8D68-363B99E1166A}"/>
                </a:ext>
              </a:extLst>
            </p:cNvPr>
            <p:cNvSpPr txBox="1"/>
            <p:nvPr/>
          </p:nvSpPr>
          <p:spPr>
            <a:xfrm>
              <a:off x="6038146" y="106927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Functional programming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F04F1D-0C04-46BD-AC5C-147227AF7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4640" y="1334765"/>
              <a:ext cx="931748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49A405-9388-42DF-97CB-120193AE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515" y="551214"/>
              <a:ext cx="931749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39776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35B76B-D0F4-4AAF-AF4D-E19AC69E6DFB}"/>
              </a:ext>
            </a:extLst>
          </p:cNvPr>
          <p:cNvGrpSpPr/>
          <p:nvPr/>
        </p:nvGrpSpPr>
        <p:grpSpPr>
          <a:xfrm>
            <a:off x="4574640" y="551214"/>
            <a:ext cx="4821325" cy="1863551"/>
            <a:chOff x="4574640" y="551214"/>
            <a:chExt cx="4821325" cy="18635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72485-22C4-4B0E-8D68-363B99E1166A}"/>
                </a:ext>
              </a:extLst>
            </p:cNvPr>
            <p:cNvSpPr txBox="1"/>
            <p:nvPr/>
          </p:nvSpPr>
          <p:spPr>
            <a:xfrm>
              <a:off x="6038146" y="106927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Functional programming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F04F1D-0C04-46BD-AC5C-147227AF7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4640" y="1334765"/>
              <a:ext cx="931748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49A405-9388-42DF-97CB-120193AE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515" y="551214"/>
              <a:ext cx="931749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304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55624-51D4-48C6-9DD9-F1D4D52383FC}"/>
              </a:ext>
            </a:extLst>
          </p:cNvPr>
          <p:cNvGrpSpPr/>
          <p:nvPr/>
        </p:nvGrpSpPr>
        <p:grpSpPr>
          <a:xfrm>
            <a:off x="160020" y="513460"/>
            <a:ext cx="11772899" cy="6161660"/>
            <a:chOff x="160020" y="513460"/>
            <a:chExt cx="11772899" cy="616166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4AFB8DE-F61A-474A-A94C-1773759F05BA}"/>
                </a:ext>
              </a:extLst>
            </p:cNvPr>
            <p:cNvSpPr/>
            <p:nvPr/>
          </p:nvSpPr>
          <p:spPr>
            <a:xfrm>
              <a:off x="9108219" y="3892261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D3ABBBB-0E4A-4FFD-A765-C321859E1841}"/>
                </a:ext>
              </a:extLst>
            </p:cNvPr>
            <p:cNvSpPr/>
            <p:nvPr/>
          </p:nvSpPr>
          <p:spPr>
            <a:xfrm>
              <a:off x="3472071" y="3003618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922AB66-70F6-411B-9AB8-4304EA77D0D2}"/>
                </a:ext>
              </a:extLst>
            </p:cNvPr>
            <p:cNvSpPr/>
            <p:nvPr/>
          </p:nvSpPr>
          <p:spPr>
            <a:xfrm>
              <a:off x="6315856" y="3027294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CA3EA8D-29B6-449B-8891-2B70B37FD201}"/>
                </a:ext>
              </a:extLst>
            </p:cNvPr>
            <p:cNvSpPr/>
            <p:nvPr/>
          </p:nvSpPr>
          <p:spPr>
            <a:xfrm>
              <a:off x="9081378" y="1937422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A4382F8-F3EF-4210-BA9B-248B286F0942}"/>
                </a:ext>
              </a:extLst>
            </p:cNvPr>
            <p:cNvSpPr/>
            <p:nvPr/>
          </p:nvSpPr>
          <p:spPr>
            <a:xfrm>
              <a:off x="693400" y="3015560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BB3C-0F11-48B1-89FE-F94221309702}"/>
                </a:ext>
              </a:extLst>
            </p:cNvPr>
            <p:cNvSpPr txBox="1"/>
            <p:nvPr/>
          </p:nvSpPr>
          <p:spPr>
            <a:xfrm>
              <a:off x="1018649" y="3213557"/>
              <a:ext cx="1469295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Import</a:t>
              </a:r>
              <a:endParaRPr lang="en-GB" sz="22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FEBF4C-0582-4070-A8F9-260946F3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049" y="3650119"/>
              <a:ext cx="931748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B4364-5558-423C-84C0-492E17A9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23" y="4445121"/>
              <a:ext cx="932376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796A7A-53FD-47C5-91D5-623C4CFFB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24" y="5241401"/>
              <a:ext cx="931748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DD6021-8A7E-4687-970E-B9E084CD1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298" y="4445121"/>
              <a:ext cx="931749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57287E-2DA2-4836-90E4-12A90DB6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5590"/>
                </a:clrFrom>
                <a:clrTo>
                  <a:srgbClr val="005590">
                    <a:alpha val="0"/>
                  </a:srgbClr>
                </a:clrTo>
              </a:clrChang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213" y="5252012"/>
              <a:ext cx="931748" cy="108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F6735B-7BF6-4D15-B35D-A7BA80EE4B45}"/>
                </a:ext>
              </a:extLst>
            </p:cNvPr>
            <p:cNvGrpSpPr/>
            <p:nvPr/>
          </p:nvGrpSpPr>
          <p:grpSpPr>
            <a:xfrm>
              <a:off x="2163878" y="5423306"/>
              <a:ext cx="800100" cy="735337"/>
              <a:chOff x="2259807" y="5444606"/>
              <a:chExt cx="800100" cy="73533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64ECB4-6B9D-4997-98E9-7901899FC2E8}"/>
                  </a:ext>
                </a:extLst>
              </p:cNvPr>
              <p:cNvSpPr/>
              <p:nvPr/>
            </p:nvSpPr>
            <p:spPr>
              <a:xfrm>
                <a:off x="2259807" y="5558823"/>
                <a:ext cx="800100" cy="510981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04372E9-BF51-4B66-B91C-789DCDDC17C6}"/>
                  </a:ext>
                </a:extLst>
              </p:cNvPr>
              <p:cNvSpPr/>
              <p:nvPr/>
            </p:nvSpPr>
            <p:spPr>
              <a:xfrm rot="16200000">
                <a:off x="2526604" y="5475089"/>
                <a:ext cx="215625" cy="154660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46A6B1-4164-433E-9B12-0FD002319CA5}"/>
                  </a:ext>
                </a:extLst>
              </p:cNvPr>
              <p:cNvSpPr/>
              <p:nvPr/>
            </p:nvSpPr>
            <p:spPr>
              <a:xfrm rot="19659964">
                <a:off x="2624164" y="6100986"/>
                <a:ext cx="424389" cy="78957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700FF1-2939-4A87-B839-E5C04992C2F0}"/>
                </a:ext>
              </a:extLst>
            </p:cNvPr>
            <p:cNvSpPr/>
            <p:nvPr/>
          </p:nvSpPr>
          <p:spPr>
            <a:xfrm>
              <a:off x="3464600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149FE-91F2-4AA1-A02A-B80FECC34B74}"/>
                </a:ext>
              </a:extLst>
            </p:cNvPr>
            <p:cNvSpPr txBox="1"/>
            <p:nvPr/>
          </p:nvSpPr>
          <p:spPr>
            <a:xfrm>
              <a:off x="3919203" y="3239142"/>
              <a:ext cx="103056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Tidy</a:t>
              </a:r>
              <a:endParaRPr lang="en-GB" sz="22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E4278E-843E-44E6-87FD-42FB2452C09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2312387" y="3468351"/>
              <a:ext cx="1152213" cy="1"/>
            </a:xfrm>
            <a:custGeom>
              <a:avLst/>
              <a:gdLst>
                <a:gd name="connsiteX0" fmla="*/ 0 w 1152213"/>
                <a:gd name="connsiteY0" fmla="*/ 0 h 1"/>
                <a:gd name="connsiteX1" fmla="*/ 599151 w 1152213"/>
                <a:gd name="connsiteY1" fmla="*/ 1 h 1"/>
                <a:gd name="connsiteX2" fmla="*/ 1152213 w 1152213"/>
                <a:gd name="connsiteY2" fmla="*/ 1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213" h="1" fill="none" extrusionOk="0">
                  <a:moveTo>
                    <a:pt x="0" y="0"/>
                  </a:moveTo>
                  <a:cubicBezTo>
                    <a:pt x="122401" y="-25069"/>
                    <a:pt x="407907" y="-27075"/>
                    <a:pt x="599151" y="1"/>
                  </a:cubicBezTo>
                  <a:cubicBezTo>
                    <a:pt x="790395" y="27077"/>
                    <a:pt x="967404" y="5652"/>
                    <a:pt x="1152213" y="1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9433F-8610-4A63-8D78-AA30ED7B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053" y="3660993"/>
              <a:ext cx="935406" cy="1080000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306AC-109B-4873-8106-BAD98CC75757}"/>
                </a:ext>
              </a:extLst>
            </p:cNvPr>
            <p:cNvSpPr/>
            <p:nvPr/>
          </p:nvSpPr>
          <p:spPr>
            <a:xfrm>
              <a:off x="6341486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7F3A4-1088-4D31-97AB-4269DA11161E}"/>
                </a:ext>
              </a:extLst>
            </p:cNvPr>
            <p:cNvSpPr txBox="1"/>
            <p:nvPr/>
          </p:nvSpPr>
          <p:spPr>
            <a:xfrm>
              <a:off x="6460043" y="3213557"/>
              <a:ext cx="15032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Transform</a:t>
              </a:r>
              <a:endParaRPr lang="en-GB" sz="22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FEE322A-5E40-44FE-9D0A-AEAE071F21AA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5084600" y="3468351"/>
              <a:ext cx="1256886" cy="0"/>
            </a:xfrm>
            <a:custGeom>
              <a:avLst/>
              <a:gdLst>
                <a:gd name="connsiteX0" fmla="*/ 0 w 1256886"/>
                <a:gd name="connsiteY0" fmla="*/ 0 h 0"/>
                <a:gd name="connsiteX1" fmla="*/ 653581 w 1256886"/>
                <a:gd name="connsiteY1" fmla="*/ 1 h 0"/>
                <a:gd name="connsiteX2" fmla="*/ 1256886 w 1256886"/>
                <a:gd name="connsiteY2" fmla="*/ 1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6886" fill="none" extrusionOk="0">
                  <a:moveTo>
                    <a:pt x="0" y="0"/>
                  </a:moveTo>
                  <a:cubicBezTo>
                    <a:pt x="234434" y="-25976"/>
                    <a:pt x="328064" y="-22564"/>
                    <a:pt x="653581" y="1"/>
                  </a:cubicBezTo>
                  <a:cubicBezTo>
                    <a:pt x="979098" y="22565"/>
                    <a:pt x="1084046" y="-18380"/>
                    <a:pt x="1256886" y="1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7BEA7B-FE3D-4AE7-B7E3-FFD157558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970" y="3657964"/>
              <a:ext cx="935493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DDB5EA-0F0D-4811-A603-B8D472DB6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956" y="5256053"/>
              <a:ext cx="935406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CE111A-7F5C-4151-999D-0A47DCDA1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8589" y="4452966"/>
              <a:ext cx="931748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27ED36-8B74-49E1-9F7C-6337D1B5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208" y="5251628"/>
              <a:ext cx="931748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D4E7C5-F0EB-48CE-A087-2EE91FABA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419" y="4452966"/>
              <a:ext cx="931748" cy="1080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CFE44-FE10-442C-A9BF-73F7C2D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096" y="4465612"/>
              <a:ext cx="931748" cy="1080000"/>
            </a:xfrm>
            <a:prstGeom prst="rect">
              <a:avLst/>
            </a:prstGeom>
          </p:spPr>
        </p:pic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AD2326-A01E-4233-838F-9DA0589C7C94}"/>
                </a:ext>
              </a:extLst>
            </p:cNvPr>
            <p:cNvSpPr/>
            <p:nvPr/>
          </p:nvSpPr>
          <p:spPr>
            <a:xfrm>
              <a:off x="9084379" y="1959045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2A0BDB-72D6-4A33-9EA5-90F58CCC3008}"/>
                </a:ext>
              </a:extLst>
            </p:cNvPr>
            <p:cNvSpPr txBox="1"/>
            <p:nvPr/>
          </p:nvSpPr>
          <p:spPr>
            <a:xfrm>
              <a:off x="9291886" y="2159269"/>
              <a:ext cx="1759047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/>
                <a:t>Visualize</a:t>
              </a:r>
              <a:endParaRPr lang="en-GB" sz="2200" dirty="0"/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4C3F6D4-8C1E-4973-AC9D-D1A26F4B8D8A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5400000" flipH="1" flipV="1">
              <a:off x="7816072" y="1747251"/>
              <a:ext cx="603720" cy="1932892"/>
            </a:xfrm>
            <a:prstGeom prst="curvedConnector2">
              <a:avLst/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9F01859-6FAF-4F18-9528-E0226C77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0581" y="2508710"/>
              <a:ext cx="931748" cy="1080000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533E45-E28D-45DD-87E9-C00B7EE239B7}"/>
                </a:ext>
              </a:extLst>
            </p:cNvPr>
            <p:cNvSpPr/>
            <p:nvPr/>
          </p:nvSpPr>
          <p:spPr>
            <a:xfrm>
              <a:off x="9125254" y="3921143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E48E3D-8734-4D7A-8042-0C1DAD289F94}"/>
                </a:ext>
              </a:extLst>
            </p:cNvPr>
            <p:cNvSpPr txBox="1"/>
            <p:nvPr/>
          </p:nvSpPr>
          <p:spPr>
            <a:xfrm>
              <a:off x="9467877" y="4144741"/>
              <a:ext cx="1407063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Model</a:t>
              </a:r>
              <a:endParaRPr lang="en-GB" sz="2200" dirty="0"/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ABC74271-5AEC-4E1E-A899-73C5F0A4388A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16200000" flipH="1">
              <a:off x="9386560" y="3372448"/>
              <a:ext cx="1056513" cy="4087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92EC5C3-104F-4F86-A5F9-E7A7E43DB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2688" y="5239200"/>
              <a:ext cx="931691" cy="1080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B518DA6-B670-4154-893B-FFF07714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2070" y="4459773"/>
              <a:ext cx="935493" cy="1080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716FFFD-977A-4C36-A259-30ED6503B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1378" y="5248655"/>
              <a:ext cx="935493" cy="1080000"/>
            </a:xfrm>
            <a:prstGeom prst="rect">
              <a:avLst/>
            </a:prstGeom>
          </p:spPr>
        </p:pic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4CCC1FFF-74D8-4532-B4FF-CB0928BA3AA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51486" y="3921144"/>
              <a:ext cx="1973768" cy="452793"/>
            </a:xfrm>
            <a:prstGeom prst="curvedConnector2">
              <a:avLst/>
            </a:prstGeom>
            <a:noFill/>
            <a:ln w="38100">
              <a:solidFill>
                <a:schemeClr val="accent1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2C0AC6C-49E3-49EC-ACA9-62E70D60A508}"/>
                </a:ext>
              </a:extLst>
            </p:cNvPr>
            <p:cNvSpPr txBox="1"/>
            <p:nvPr/>
          </p:nvSpPr>
          <p:spPr>
            <a:xfrm>
              <a:off x="6038146" y="106927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Functional programming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F87A62B-49F6-4B68-B1A1-EEC833E87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4640" y="1334765"/>
              <a:ext cx="931748" cy="108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389862F-F53E-4B47-8167-56578FA1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515" y="551214"/>
              <a:ext cx="931749" cy="108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9EECA93-224E-47E9-AD47-1C4EAECCAE1D}"/>
                </a:ext>
              </a:extLst>
            </p:cNvPr>
            <p:cNvSpPr txBox="1"/>
            <p:nvPr/>
          </p:nvSpPr>
          <p:spPr>
            <a:xfrm>
              <a:off x="1606126" y="105346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Underlying data structure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872A4B2F-4DBB-403D-9233-08F3546DE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378" y="513460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49651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55624-51D4-48C6-9DD9-F1D4D52383FC}"/>
              </a:ext>
            </a:extLst>
          </p:cNvPr>
          <p:cNvGrpSpPr/>
          <p:nvPr/>
        </p:nvGrpSpPr>
        <p:grpSpPr>
          <a:xfrm>
            <a:off x="160020" y="513460"/>
            <a:ext cx="11772899" cy="6161660"/>
            <a:chOff x="160020" y="513460"/>
            <a:chExt cx="11772899" cy="616166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4AFB8DE-F61A-474A-A94C-1773759F05BA}"/>
                </a:ext>
              </a:extLst>
            </p:cNvPr>
            <p:cNvSpPr/>
            <p:nvPr/>
          </p:nvSpPr>
          <p:spPr>
            <a:xfrm>
              <a:off x="9108219" y="3892261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D3ABBBB-0E4A-4FFD-A765-C321859E1841}"/>
                </a:ext>
              </a:extLst>
            </p:cNvPr>
            <p:cNvSpPr/>
            <p:nvPr/>
          </p:nvSpPr>
          <p:spPr>
            <a:xfrm>
              <a:off x="3472071" y="3003618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922AB66-70F6-411B-9AB8-4304EA77D0D2}"/>
                </a:ext>
              </a:extLst>
            </p:cNvPr>
            <p:cNvSpPr/>
            <p:nvPr/>
          </p:nvSpPr>
          <p:spPr>
            <a:xfrm>
              <a:off x="6315856" y="3027294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CA3EA8D-29B6-449B-8891-2B70B37FD201}"/>
                </a:ext>
              </a:extLst>
            </p:cNvPr>
            <p:cNvSpPr/>
            <p:nvPr/>
          </p:nvSpPr>
          <p:spPr>
            <a:xfrm>
              <a:off x="9081378" y="1937422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A4382F8-F3EF-4210-BA9B-248B286F0942}"/>
                </a:ext>
              </a:extLst>
            </p:cNvPr>
            <p:cNvSpPr/>
            <p:nvPr/>
          </p:nvSpPr>
          <p:spPr>
            <a:xfrm>
              <a:off x="693400" y="3015560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>
                  <a:alpha val="2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BB3C-0F11-48B1-89FE-F94221309702}"/>
                </a:ext>
              </a:extLst>
            </p:cNvPr>
            <p:cNvSpPr txBox="1"/>
            <p:nvPr/>
          </p:nvSpPr>
          <p:spPr>
            <a:xfrm>
              <a:off x="1018649" y="3213557"/>
              <a:ext cx="1469295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Import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FEBF4C-0582-4070-A8F9-260946F3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049" y="3650119"/>
              <a:ext cx="931748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B4364-5558-423C-84C0-492E17A9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23" y="4445121"/>
              <a:ext cx="932376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796A7A-53FD-47C5-91D5-623C4CFFB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24" y="5241401"/>
              <a:ext cx="931748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DD6021-8A7E-4687-970E-B9E084CD1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298" y="4445121"/>
              <a:ext cx="931749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57287E-2DA2-4836-90E4-12A90DB6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5590"/>
                </a:clrFrom>
                <a:clrTo>
                  <a:srgbClr val="005590">
                    <a:alpha val="0"/>
                  </a:srgbClr>
                </a:clrTo>
              </a:clrChang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213" y="5252012"/>
              <a:ext cx="931748" cy="108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F6735B-7BF6-4D15-B35D-A7BA80EE4B45}"/>
                </a:ext>
              </a:extLst>
            </p:cNvPr>
            <p:cNvGrpSpPr/>
            <p:nvPr/>
          </p:nvGrpSpPr>
          <p:grpSpPr>
            <a:xfrm>
              <a:off x="2163878" y="5423306"/>
              <a:ext cx="800100" cy="735337"/>
              <a:chOff x="2259807" y="5444606"/>
              <a:chExt cx="800100" cy="73533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64ECB4-6B9D-4997-98E9-7901899FC2E8}"/>
                  </a:ext>
                </a:extLst>
              </p:cNvPr>
              <p:cNvSpPr/>
              <p:nvPr/>
            </p:nvSpPr>
            <p:spPr>
              <a:xfrm>
                <a:off x="2259807" y="5558823"/>
                <a:ext cx="800100" cy="510981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04372E9-BF51-4B66-B91C-789DCDDC17C6}"/>
                  </a:ext>
                </a:extLst>
              </p:cNvPr>
              <p:cNvSpPr/>
              <p:nvPr/>
            </p:nvSpPr>
            <p:spPr>
              <a:xfrm rot="16200000">
                <a:off x="2526604" y="5475089"/>
                <a:ext cx="215625" cy="154660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46A6B1-4164-433E-9B12-0FD002319CA5}"/>
                  </a:ext>
                </a:extLst>
              </p:cNvPr>
              <p:cNvSpPr/>
              <p:nvPr/>
            </p:nvSpPr>
            <p:spPr>
              <a:xfrm rot="19659964">
                <a:off x="2624164" y="6100986"/>
                <a:ext cx="424389" cy="78957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700FF1-2939-4A87-B839-E5C04992C2F0}"/>
                </a:ext>
              </a:extLst>
            </p:cNvPr>
            <p:cNvSpPr/>
            <p:nvPr/>
          </p:nvSpPr>
          <p:spPr>
            <a:xfrm>
              <a:off x="3464600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149FE-91F2-4AA1-A02A-B80FECC34B74}"/>
                </a:ext>
              </a:extLst>
            </p:cNvPr>
            <p:cNvSpPr txBox="1"/>
            <p:nvPr/>
          </p:nvSpPr>
          <p:spPr>
            <a:xfrm>
              <a:off x="3919203" y="3239142"/>
              <a:ext cx="103056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200">
                  <a:solidFill>
                    <a:schemeClr val="tx1">
                      <a:lumMod val="10000"/>
                      <a:lumOff val="90000"/>
                    </a:schemeClr>
                  </a:solidFill>
                </a:defRPr>
              </a:lvl1pPr>
            </a:lstStyle>
            <a:p>
              <a:r>
                <a:rPr lang="de-DE" dirty="0" err="1"/>
                <a:t>Tidy</a:t>
              </a:r>
              <a:endParaRPr lang="en-GB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E4278E-843E-44E6-87FD-42FB2452C09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2312387" y="3468351"/>
              <a:ext cx="1152213" cy="1"/>
            </a:xfrm>
            <a:custGeom>
              <a:avLst/>
              <a:gdLst>
                <a:gd name="connsiteX0" fmla="*/ 0 w 1152213"/>
                <a:gd name="connsiteY0" fmla="*/ 0 h 1"/>
                <a:gd name="connsiteX1" fmla="*/ 599151 w 1152213"/>
                <a:gd name="connsiteY1" fmla="*/ 1 h 1"/>
                <a:gd name="connsiteX2" fmla="*/ 1152213 w 1152213"/>
                <a:gd name="connsiteY2" fmla="*/ 1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213" h="1" fill="none" extrusionOk="0">
                  <a:moveTo>
                    <a:pt x="0" y="0"/>
                  </a:moveTo>
                  <a:cubicBezTo>
                    <a:pt x="122401" y="-25069"/>
                    <a:pt x="407907" y="-27075"/>
                    <a:pt x="599151" y="1"/>
                  </a:cubicBezTo>
                  <a:cubicBezTo>
                    <a:pt x="790395" y="27077"/>
                    <a:pt x="967404" y="5652"/>
                    <a:pt x="1152213" y="1"/>
                  </a:cubicBezTo>
                </a:path>
              </a:pathLst>
            </a:cu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9433F-8610-4A63-8D78-AA30ED7B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053" y="3660993"/>
              <a:ext cx="935406" cy="1080000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306AC-109B-4873-8106-BAD98CC75757}"/>
                </a:ext>
              </a:extLst>
            </p:cNvPr>
            <p:cNvSpPr/>
            <p:nvPr/>
          </p:nvSpPr>
          <p:spPr>
            <a:xfrm>
              <a:off x="6341486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7F3A4-1088-4D31-97AB-4269DA11161E}"/>
                </a:ext>
              </a:extLst>
            </p:cNvPr>
            <p:cNvSpPr txBox="1"/>
            <p:nvPr/>
          </p:nvSpPr>
          <p:spPr>
            <a:xfrm>
              <a:off x="6483897" y="3213557"/>
              <a:ext cx="13570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Transform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FEE322A-5E40-44FE-9D0A-AEAE071F21AA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5084600" y="3468351"/>
              <a:ext cx="1256886" cy="0"/>
            </a:xfrm>
            <a:prstGeom prst="straightConnector1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7BEA7B-FE3D-4AE7-B7E3-FFD157558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970" y="3657964"/>
              <a:ext cx="935493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DDB5EA-0F0D-4811-A603-B8D472DB6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956" y="5256053"/>
              <a:ext cx="935406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CE111A-7F5C-4151-999D-0A47DCDA1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8589" y="4452966"/>
              <a:ext cx="931748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27ED36-8B74-49E1-9F7C-6337D1B5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208" y="5251628"/>
              <a:ext cx="931748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D4E7C5-F0EB-48CE-A087-2EE91FABA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419" y="4452966"/>
              <a:ext cx="931748" cy="1080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CFE44-FE10-442C-A9BF-73F7C2D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096" y="4465612"/>
              <a:ext cx="931748" cy="1080000"/>
            </a:xfrm>
            <a:prstGeom prst="rect">
              <a:avLst/>
            </a:prstGeom>
          </p:spPr>
        </p:pic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AD2326-A01E-4233-838F-9DA0589C7C94}"/>
                </a:ext>
              </a:extLst>
            </p:cNvPr>
            <p:cNvSpPr/>
            <p:nvPr/>
          </p:nvSpPr>
          <p:spPr>
            <a:xfrm>
              <a:off x="9084379" y="1959045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2A0BDB-72D6-4A33-9EA5-90F58CCC3008}"/>
                </a:ext>
              </a:extLst>
            </p:cNvPr>
            <p:cNvSpPr txBox="1"/>
            <p:nvPr/>
          </p:nvSpPr>
          <p:spPr>
            <a:xfrm>
              <a:off x="9291886" y="2159269"/>
              <a:ext cx="1759047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Visualize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4C3F6D4-8C1E-4973-AC9D-D1A26F4B8D8A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5400000" flipH="1" flipV="1">
              <a:off x="7816072" y="1747251"/>
              <a:ext cx="603720" cy="1932892"/>
            </a:xfrm>
            <a:prstGeom prst="curvedConnector2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9F01859-6FAF-4F18-9528-E0226C77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0581" y="2508710"/>
              <a:ext cx="931748" cy="1080000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533E45-E28D-45DD-87E9-C00B7EE239B7}"/>
                </a:ext>
              </a:extLst>
            </p:cNvPr>
            <p:cNvSpPr/>
            <p:nvPr/>
          </p:nvSpPr>
          <p:spPr>
            <a:xfrm>
              <a:off x="9125254" y="3921143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E48E3D-8734-4D7A-8042-0C1DAD289F94}"/>
                </a:ext>
              </a:extLst>
            </p:cNvPr>
            <p:cNvSpPr txBox="1"/>
            <p:nvPr/>
          </p:nvSpPr>
          <p:spPr>
            <a:xfrm>
              <a:off x="9467877" y="4144741"/>
              <a:ext cx="1407063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Model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ABC74271-5AEC-4E1E-A899-73C5F0A4388A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16200000" flipH="1">
              <a:off x="9386560" y="3372448"/>
              <a:ext cx="1056513" cy="4087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92EC5C3-104F-4F86-A5F9-E7A7E43DB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2688" y="5239200"/>
              <a:ext cx="931691" cy="1080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B518DA6-B670-4154-893B-FFF07714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2070" y="4459773"/>
              <a:ext cx="935493" cy="1080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716FFFD-977A-4C36-A259-30ED6503B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1378" y="5248655"/>
              <a:ext cx="935493" cy="1080000"/>
            </a:xfrm>
            <a:prstGeom prst="rect">
              <a:avLst/>
            </a:prstGeom>
          </p:spPr>
        </p:pic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4CCC1FFF-74D8-4532-B4FF-CB0928BA3AA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51486" y="3921144"/>
              <a:ext cx="1973768" cy="452793"/>
            </a:xfrm>
            <a:prstGeom prst="curvedConnector2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2C0AC6C-49E3-49EC-ACA9-62E70D60A508}"/>
                </a:ext>
              </a:extLst>
            </p:cNvPr>
            <p:cNvSpPr txBox="1"/>
            <p:nvPr/>
          </p:nvSpPr>
          <p:spPr>
            <a:xfrm>
              <a:off x="6038146" y="106927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Functional</a:t>
              </a:r>
              <a:r>
                <a:rPr lang="en-GB" sz="2200" dirty="0"/>
                <a:t> </a:t>
              </a:r>
              <a:r>
                <a:rPr lang="en-GB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programming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F87A62B-49F6-4B68-B1A1-EEC833E87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4640" y="1334765"/>
              <a:ext cx="931748" cy="108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389862F-F53E-4B47-8167-56578FA1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515" y="551214"/>
              <a:ext cx="931749" cy="108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9EECA93-224E-47E9-AD47-1C4EAECCAE1D}"/>
                </a:ext>
              </a:extLst>
            </p:cNvPr>
            <p:cNvSpPr txBox="1"/>
            <p:nvPr/>
          </p:nvSpPr>
          <p:spPr>
            <a:xfrm>
              <a:off x="1606126" y="105346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Underlying data structure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872A4B2F-4DBB-403D-9233-08F3546DE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378" y="513460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0228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55624-51D4-48C6-9DD9-F1D4D52383FC}"/>
              </a:ext>
            </a:extLst>
          </p:cNvPr>
          <p:cNvGrpSpPr/>
          <p:nvPr/>
        </p:nvGrpSpPr>
        <p:grpSpPr>
          <a:xfrm>
            <a:off x="160020" y="513460"/>
            <a:ext cx="11772899" cy="6161660"/>
            <a:chOff x="160020" y="513460"/>
            <a:chExt cx="11772899" cy="616166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4AFB8DE-F61A-474A-A94C-1773759F05BA}"/>
                </a:ext>
              </a:extLst>
            </p:cNvPr>
            <p:cNvSpPr/>
            <p:nvPr/>
          </p:nvSpPr>
          <p:spPr>
            <a:xfrm>
              <a:off x="9108219" y="3892261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D3ABBBB-0E4A-4FFD-A765-C321859E1841}"/>
                </a:ext>
              </a:extLst>
            </p:cNvPr>
            <p:cNvSpPr/>
            <p:nvPr/>
          </p:nvSpPr>
          <p:spPr>
            <a:xfrm>
              <a:off x="3472071" y="3003618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922AB66-70F6-411B-9AB8-4304EA77D0D2}"/>
                </a:ext>
              </a:extLst>
            </p:cNvPr>
            <p:cNvSpPr/>
            <p:nvPr/>
          </p:nvSpPr>
          <p:spPr>
            <a:xfrm>
              <a:off x="6315856" y="3027294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CA3EA8D-29B6-449B-8891-2B70B37FD201}"/>
                </a:ext>
              </a:extLst>
            </p:cNvPr>
            <p:cNvSpPr/>
            <p:nvPr/>
          </p:nvSpPr>
          <p:spPr>
            <a:xfrm>
              <a:off x="9081378" y="1937422"/>
              <a:ext cx="1620000" cy="905585"/>
            </a:xfrm>
            <a:noFill/>
            <a:ln w="38100">
              <a:solidFill>
                <a:schemeClr val="accent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A4382F8-F3EF-4210-BA9B-248B286F0942}"/>
                </a:ext>
              </a:extLst>
            </p:cNvPr>
            <p:cNvSpPr/>
            <p:nvPr/>
          </p:nvSpPr>
          <p:spPr>
            <a:xfrm>
              <a:off x="693400" y="3015560"/>
              <a:ext cx="1620000" cy="905585"/>
            </a:xfrm>
            <a:custGeom>
              <a:avLst/>
              <a:gdLst>
                <a:gd name="connsiteX0" fmla="*/ 0 w 1620000"/>
                <a:gd name="connsiteY0" fmla="*/ 150934 h 905585"/>
                <a:gd name="connsiteX1" fmla="*/ 150934 w 1620000"/>
                <a:gd name="connsiteY1" fmla="*/ 0 h 905585"/>
                <a:gd name="connsiteX2" fmla="*/ 836363 w 1620000"/>
                <a:gd name="connsiteY2" fmla="*/ 0 h 905585"/>
                <a:gd name="connsiteX3" fmla="*/ 1469066 w 1620000"/>
                <a:gd name="connsiteY3" fmla="*/ 0 h 905585"/>
                <a:gd name="connsiteX4" fmla="*/ 1620000 w 1620000"/>
                <a:gd name="connsiteY4" fmla="*/ 150934 h 905585"/>
                <a:gd name="connsiteX5" fmla="*/ 1620000 w 1620000"/>
                <a:gd name="connsiteY5" fmla="*/ 754651 h 905585"/>
                <a:gd name="connsiteX6" fmla="*/ 1469066 w 1620000"/>
                <a:gd name="connsiteY6" fmla="*/ 905585 h 905585"/>
                <a:gd name="connsiteX7" fmla="*/ 810000 w 1620000"/>
                <a:gd name="connsiteY7" fmla="*/ 905585 h 905585"/>
                <a:gd name="connsiteX8" fmla="*/ 150934 w 1620000"/>
                <a:gd name="connsiteY8" fmla="*/ 905585 h 905585"/>
                <a:gd name="connsiteX9" fmla="*/ 0 w 1620000"/>
                <a:gd name="connsiteY9" fmla="*/ 754651 h 905585"/>
                <a:gd name="connsiteX10" fmla="*/ 0 w 1620000"/>
                <a:gd name="connsiteY10" fmla="*/ 150934 h 90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0000" h="905585" extrusionOk="0">
                  <a:moveTo>
                    <a:pt x="0" y="150934"/>
                  </a:moveTo>
                  <a:cubicBezTo>
                    <a:pt x="-5245" y="64340"/>
                    <a:pt x="56472" y="4167"/>
                    <a:pt x="150934" y="0"/>
                  </a:cubicBezTo>
                  <a:cubicBezTo>
                    <a:pt x="458759" y="12927"/>
                    <a:pt x="599777" y="-6274"/>
                    <a:pt x="836363" y="0"/>
                  </a:cubicBezTo>
                  <a:cubicBezTo>
                    <a:pt x="1072949" y="6274"/>
                    <a:pt x="1327304" y="-10418"/>
                    <a:pt x="1469066" y="0"/>
                  </a:cubicBezTo>
                  <a:cubicBezTo>
                    <a:pt x="1544384" y="-4400"/>
                    <a:pt x="1629901" y="72306"/>
                    <a:pt x="1620000" y="150934"/>
                  </a:cubicBezTo>
                  <a:cubicBezTo>
                    <a:pt x="1594126" y="415275"/>
                    <a:pt x="1604060" y="628459"/>
                    <a:pt x="1620000" y="754651"/>
                  </a:cubicBezTo>
                  <a:cubicBezTo>
                    <a:pt x="1624321" y="830978"/>
                    <a:pt x="1542693" y="914137"/>
                    <a:pt x="1469066" y="905585"/>
                  </a:cubicBezTo>
                  <a:cubicBezTo>
                    <a:pt x="1247650" y="888729"/>
                    <a:pt x="1130731" y="933689"/>
                    <a:pt x="810000" y="905585"/>
                  </a:cubicBezTo>
                  <a:cubicBezTo>
                    <a:pt x="489269" y="877481"/>
                    <a:pt x="324145" y="917545"/>
                    <a:pt x="150934" y="905585"/>
                  </a:cubicBezTo>
                  <a:cubicBezTo>
                    <a:pt x="63166" y="905333"/>
                    <a:pt x="5775" y="822174"/>
                    <a:pt x="0" y="754651"/>
                  </a:cubicBezTo>
                  <a:cubicBezTo>
                    <a:pt x="-8150" y="501047"/>
                    <a:pt x="28028" y="302929"/>
                    <a:pt x="0" y="150934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BB3C-0F11-48B1-89FE-F94221309702}"/>
                </a:ext>
              </a:extLst>
            </p:cNvPr>
            <p:cNvSpPr txBox="1"/>
            <p:nvPr/>
          </p:nvSpPr>
          <p:spPr>
            <a:xfrm>
              <a:off x="1018649" y="3213557"/>
              <a:ext cx="1469295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/>
                <a:t>Import</a:t>
              </a:r>
              <a:endParaRPr lang="en-GB" sz="22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FEBF4C-0582-4070-A8F9-260946F3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049" y="3650119"/>
              <a:ext cx="931748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B4364-5558-423C-84C0-492E17A9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23" y="4445121"/>
              <a:ext cx="932376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796A7A-53FD-47C5-91D5-623C4CFFB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24" y="5241401"/>
              <a:ext cx="931748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DD6021-8A7E-4687-970E-B9E084CD1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298" y="4445121"/>
              <a:ext cx="931749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57287E-2DA2-4836-90E4-12A90DB6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5590"/>
                </a:clrFrom>
                <a:clrTo>
                  <a:srgbClr val="005590">
                    <a:alpha val="0"/>
                  </a:srgbClr>
                </a:clrTo>
              </a:clrChang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213" y="5252012"/>
              <a:ext cx="931748" cy="108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F6735B-7BF6-4D15-B35D-A7BA80EE4B45}"/>
                </a:ext>
              </a:extLst>
            </p:cNvPr>
            <p:cNvGrpSpPr/>
            <p:nvPr/>
          </p:nvGrpSpPr>
          <p:grpSpPr>
            <a:xfrm>
              <a:off x="2163878" y="5423306"/>
              <a:ext cx="800100" cy="735337"/>
              <a:chOff x="2259807" y="5444606"/>
              <a:chExt cx="800100" cy="73533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64ECB4-6B9D-4997-98E9-7901899FC2E8}"/>
                  </a:ext>
                </a:extLst>
              </p:cNvPr>
              <p:cNvSpPr/>
              <p:nvPr/>
            </p:nvSpPr>
            <p:spPr>
              <a:xfrm>
                <a:off x="2259807" y="5558823"/>
                <a:ext cx="800100" cy="510981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04372E9-BF51-4B66-B91C-789DCDDC17C6}"/>
                  </a:ext>
                </a:extLst>
              </p:cNvPr>
              <p:cNvSpPr/>
              <p:nvPr/>
            </p:nvSpPr>
            <p:spPr>
              <a:xfrm rot="16200000">
                <a:off x="2526604" y="5475089"/>
                <a:ext cx="215625" cy="154660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46A6B1-4164-433E-9B12-0FD002319CA5}"/>
                  </a:ext>
                </a:extLst>
              </p:cNvPr>
              <p:cNvSpPr/>
              <p:nvPr/>
            </p:nvSpPr>
            <p:spPr>
              <a:xfrm rot="19659964">
                <a:off x="2624164" y="6100986"/>
                <a:ext cx="424389" cy="78957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700FF1-2939-4A87-B839-E5C04992C2F0}"/>
                </a:ext>
              </a:extLst>
            </p:cNvPr>
            <p:cNvSpPr/>
            <p:nvPr/>
          </p:nvSpPr>
          <p:spPr>
            <a:xfrm>
              <a:off x="3464600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149FE-91F2-4AA1-A02A-B80FECC34B74}"/>
                </a:ext>
              </a:extLst>
            </p:cNvPr>
            <p:cNvSpPr txBox="1"/>
            <p:nvPr/>
          </p:nvSpPr>
          <p:spPr>
            <a:xfrm>
              <a:off x="3919203" y="3239142"/>
              <a:ext cx="103056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200">
                  <a:solidFill>
                    <a:schemeClr val="tx1">
                      <a:lumMod val="10000"/>
                      <a:lumOff val="90000"/>
                    </a:schemeClr>
                  </a:solidFill>
                </a:defRPr>
              </a:lvl1pPr>
            </a:lstStyle>
            <a:p>
              <a:r>
                <a:rPr lang="de-DE" dirty="0" err="1"/>
                <a:t>Tidy</a:t>
              </a:r>
              <a:endParaRPr lang="en-GB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E4278E-843E-44E6-87FD-42FB2452C09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2312387" y="3468351"/>
              <a:ext cx="1152213" cy="1"/>
            </a:xfrm>
            <a:custGeom>
              <a:avLst/>
              <a:gdLst>
                <a:gd name="connsiteX0" fmla="*/ 0 w 1152213"/>
                <a:gd name="connsiteY0" fmla="*/ 0 h 1"/>
                <a:gd name="connsiteX1" fmla="*/ 599151 w 1152213"/>
                <a:gd name="connsiteY1" fmla="*/ 1 h 1"/>
                <a:gd name="connsiteX2" fmla="*/ 1152213 w 1152213"/>
                <a:gd name="connsiteY2" fmla="*/ 1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213" h="1" fill="none" extrusionOk="0">
                  <a:moveTo>
                    <a:pt x="0" y="0"/>
                  </a:moveTo>
                  <a:cubicBezTo>
                    <a:pt x="122401" y="-25069"/>
                    <a:pt x="407907" y="-27075"/>
                    <a:pt x="599151" y="1"/>
                  </a:cubicBezTo>
                  <a:cubicBezTo>
                    <a:pt x="790395" y="27077"/>
                    <a:pt x="967404" y="5652"/>
                    <a:pt x="1152213" y="1"/>
                  </a:cubicBezTo>
                </a:path>
              </a:pathLst>
            </a:cu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1819583497">
                    <a:prstGeom prst="straightConnector1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9433F-8610-4A63-8D78-AA30ED7B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053" y="3660993"/>
              <a:ext cx="935406" cy="1080000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306AC-109B-4873-8106-BAD98CC75757}"/>
                </a:ext>
              </a:extLst>
            </p:cNvPr>
            <p:cNvSpPr/>
            <p:nvPr/>
          </p:nvSpPr>
          <p:spPr>
            <a:xfrm>
              <a:off x="6341486" y="3015558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7F3A4-1088-4D31-97AB-4269DA11161E}"/>
                </a:ext>
              </a:extLst>
            </p:cNvPr>
            <p:cNvSpPr txBox="1"/>
            <p:nvPr/>
          </p:nvSpPr>
          <p:spPr>
            <a:xfrm>
              <a:off x="6483897" y="3213557"/>
              <a:ext cx="13570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Transform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FEE322A-5E40-44FE-9D0A-AEAE071F21AA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5084600" y="3468351"/>
              <a:ext cx="1256886" cy="0"/>
            </a:xfrm>
            <a:prstGeom prst="straightConnector1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7BEA7B-FE3D-4AE7-B7E3-FFD157558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970" y="3657964"/>
              <a:ext cx="935493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DDB5EA-0F0D-4811-A603-B8D472DB6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956" y="5256053"/>
              <a:ext cx="935406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CE111A-7F5C-4151-999D-0A47DCDA1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8589" y="4452966"/>
              <a:ext cx="931748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27ED36-8B74-49E1-9F7C-6337D1B5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208" y="5251628"/>
              <a:ext cx="931748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D4E7C5-F0EB-48CE-A087-2EE91FABA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419" y="4452966"/>
              <a:ext cx="931748" cy="1080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CFE44-FE10-442C-A9BF-73F7C2D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096" y="4465612"/>
              <a:ext cx="931748" cy="1080000"/>
            </a:xfrm>
            <a:prstGeom prst="rect">
              <a:avLst/>
            </a:prstGeom>
          </p:spPr>
        </p:pic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AD2326-A01E-4233-838F-9DA0589C7C94}"/>
                </a:ext>
              </a:extLst>
            </p:cNvPr>
            <p:cNvSpPr/>
            <p:nvPr/>
          </p:nvSpPr>
          <p:spPr>
            <a:xfrm>
              <a:off x="9084379" y="1959045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2A0BDB-72D6-4A33-9EA5-90F58CCC3008}"/>
                </a:ext>
              </a:extLst>
            </p:cNvPr>
            <p:cNvSpPr txBox="1"/>
            <p:nvPr/>
          </p:nvSpPr>
          <p:spPr>
            <a:xfrm>
              <a:off x="9291886" y="2159269"/>
              <a:ext cx="1759047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 err="1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Visualize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4C3F6D4-8C1E-4973-AC9D-D1A26F4B8D8A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5400000" flipH="1" flipV="1">
              <a:off x="7816072" y="1747251"/>
              <a:ext cx="603720" cy="1932892"/>
            </a:xfrm>
            <a:prstGeom prst="curvedConnector2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9F01859-6FAF-4F18-9528-E0226C77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0581" y="2508710"/>
              <a:ext cx="931748" cy="1080000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533E45-E28D-45DD-87E9-C00B7EE239B7}"/>
                </a:ext>
              </a:extLst>
            </p:cNvPr>
            <p:cNvSpPr/>
            <p:nvPr/>
          </p:nvSpPr>
          <p:spPr>
            <a:xfrm>
              <a:off x="9125254" y="3921143"/>
              <a:ext cx="1620000" cy="905585"/>
            </a:xfr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E48E3D-8734-4D7A-8042-0C1DAD289F94}"/>
                </a:ext>
              </a:extLst>
            </p:cNvPr>
            <p:cNvSpPr txBox="1"/>
            <p:nvPr/>
          </p:nvSpPr>
          <p:spPr>
            <a:xfrm>
              <a:off x="9467877" y="4144741"/>
              <a:ext cx="1407063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Model</a:t>
              </a:r>
              <a:endParaRPr lang="en-GB" sz="2200" dirty="0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ABC74271-5AEC-4E1E-A899-73C5F0A4388A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16200000" flipH="1">
              <a:off x="9386560" y="3372448"/>
              <a:ext cx="1056513" cy="4087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92EC5C3-104F-4F86-A5F9-E7A7E43DB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2688" y="5239200"/>
              <a:ext cx="931691" cy="1080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B518DA6-B670-4154-893B-FFF07714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2070" y="4459773"/>
              <a:ext cx="935493" cy="1080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716FFFD-977A-4C36-A259-30ED6503B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1378" y="5248655"/>
              <a:ext cx="935493" cy="1080000"/>
            </a:xfrm>
            <a:prstGeom prst="rect">
              <a:avLst/>
            </a:prstGeom>
          </p:spPr>
        </p:pic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4CCC1FFF-74D8-4532-B4FF-CB0928BA3AA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51486" y="3921144"/>
              <a:ext cx="1973768" cy="452793"/>
            </a:xfrm>
            <a:prstGeom prst="curvedConnector2">
              <a:avLst/>
            </a:prstGeom>
            <a:noFill/>
            <a:ln w="38100">
              <a:solidFill>
                <a:schemeClr val="accent1">
                  <a:alpha val="20000"/>
                </a:schemeClr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DE07EF-F2F2-46EE-9B9C-0A35FC90C048}"/>
                </a:ext>
              </a:extLst>
            </p:cNvPr>
            <p:cNvSpPr/>
            <p:nvPr/>
          </p:nvSpPr>
          <p:spPr>
            <a:xfrm>
              <a:off x="160020" y="1053460"/>
              <a:ext cx="11772899" cy="5621660"/>
            </a:xfrm>
            <a:custGeom>
              <a:avLst/>
              <a:gdLst>
                <a:gd name="connsiteX0" fmla="*/ 0 w 11772899"/>
                <a:gd name="connsiteY0" fmla="*/ 936962 h 5621660"/>
                <a:gd name="connsiteX1" fmla="*/ 936962 w 11772899"/>
                <a:gd name="connsiteY1" fmla="*/ 0 h 5621660"/>
                <a:gd name="connsiteX2" fmla="*/ 1794873 w 11772899"/>
                <a:gd name="connsiteY2" fmla="*/ 0 h 5621660"/>
                <a:gd name="connsiteX3" fmla="*/ 2355815 w 11772899"/>
                <a:gd name="connsiteY3" fmla="*/ 0 h 5621660"/>
                <a:gd name="connsiteX4" fmla="*/ 2817767 w 11772899"/>
                <a:gd name="connsiteY4" fmla="*/ 0 h 5621660"/>
                <a:gd name="connsiteX5" fmla="*/ 3576689 w 11772899"/>
                <a:gd name="connsiteY5" fmla="*/ 0 h 5621660"/>
                <a:gd name="connsiteX6" fmla="*/ 4137631 w 11772899"/>
                <a:gd name="connsiteY6" fmla="*/ 0 h 5621660"/>
                <a:gd name="connsiteX7" fmla="*/ 4995542 w 11772899"/>
                <a:gd name="connsiteY7" fmla="*/ 0 h 5621660"/>
                <a:gd name="connsiteX8" fmla="*/ 5457494 w 11772899"/>
                <a:gd name="connsiteY8" fmla="*/ 0 h 5621660"/>
                <a:gd name="connsiteX9" fmla="*/ 6315405 w 11772899"/>
                <a:gd name="connsiteY9" fmla="*/ 0 h 5621660"/>
                <a:gd name="connsiteX10" fmla="*/ 6678368 w 11772899"/>
                <a:gd name="connsiteY10" fmla="*/ 0 h 5621660"/>
                <a:gd name="connsiteX11" fmla="*/ 7338299 w 11772899"/>
                <a:gd name="connsiteY11" fmla="*/ 0 h 5621660"/>
                <a:gd name="connsiteX12" fmla="*/ 7998231 w 11772899"/>
                <a:gd name="connsiteY12" fmla="*/ 0 h 5621660"/>
                <a:gd name="connsiteX13" fmla="*/ 8559173 w 11772899"/>
                <a:gd name="connsiteY13" fmla="*/ 0 h 5621660"/>
                <a:gd name="connsiteX14" fmla="*/ 9417084 w 11772899"/>
                <a:gd name="connsiteY14" fmla="*/ 0 h 5621660"/>
                <a:gd name="connsiteX15" fmla="*/ 10274995 w 11772899"/>
                <a:gd name="connsiteY15" fmla="*/ 0 h 5621660"/>
                <a:gd name="connsiteX16" fmla="*/ 10835937 w 11772899"/>
                <a:gd name="connsiteY16" fmla="*/ 0 h 5621660"/>
                <a:gd name="connsiteX17" fmla="*/ 11772899 w 11772899"/>
                <a:gd name="connsiteY17" fmla="*/ 936962 h 5621660"/>
                <a:gd name="connsiteX18" fmla="*/ 11772899 w 11772899"/>
                <a:gd name="connsiteY18" fmla="*/ 1599062 h 5621660"/>
                <a:gd name="connsiteX19" fmla="*/ 11772899 w 11772899"/>
                <a:gd name="connsiteY19" fmla="*/ 2111253 h 5621660"/>
                <a:gd name="connsiteX20" fmla="*/ 11772899 w 11772899"/>
                <a:gd name="connsiteY20" fmla="*/ 2660921 h 5621660"/>
                <a:gd name="connsiteX21" fmla="*/ 11772899 w 11772899"/>
                <a:gd name="connsiteY21" fmla="*/ 3360498 h 5621660"/>
                <a:gd name="connsiteX22" fmla="*/ 11772899 w 11772899"/>
                <a:gd name="connsiteY22" fmla="*/ 3985121 h 5621660"/>
                <a:gd name="connsiteX23" fmla="*/ 11772899 w 11772899"/>
                <a:gd name="connsiteY23" fmla="*/ 4684698 h 5621660"/>
                <a:gd name="connsiteX24" fmla="*/ 10835937 w 11772899"/>
                <a:gd name="connsiteY24" fmla="*/ 5621660 h 5621660"/>
                <a:gd name="connsiteX25" fmla="*/ 10176005 w 11772899"/>
                <a:gd name="connsiteY25" fmla="*/ 5621660 h 5621660"/>
                <a:gd name="connsiteX26" fmla="*/ 9516074 w 11772899"/>
                <a:gd name="connsiteY26" fmla="*/ 5621660 h 5621660"/>
                <a:gd name="connsiteX27" fmla="*/ 9054122 w 11772899"/>
                <a:gd name="connsiteY27" fmla="*/ 5621660 h 5621660"/>
                <a:gd name="connsiteX28" fmla="*/ 8295200 w 11772899"/>
                <a:gd name="connsiteY28" fmla="*/ 5621660 h 5621660"/>
                <a:gd name="connsiteX29" fmla="*/ 7833248 w 11772899"/>
                <a:gd name="connsiteY29" fmla="*/ 5621660 h 5621660"/>
                <a:gd name="connsiteX30" fmla="*/ 7074327 w 11772899"/>
                <a:gd name="connsiteY30" fmla="*/ 5621660 h 5621660"/>
                <a:gd name="connsiteX31" fmla="*/ 6711364 w 11772899"/>
                <a:gd name="connsiteY31" fmla="*/ 5621660 h 5621660"/>
                <a:gd name="connsiteX32" fmla="*/ 5952443 w 11772899"/>
                <a:gd name="connsiteY32" fmla="*/ 5621660 h 5621660"/>
                <a:gd name="connsiteX33" fmla="*/ 5490491 w 11772899"/>
                <a:gd name="connsiteY33" fmla="*/ 5621660 h 5621660"/>
                <a:gd name="connsiteX34" fmla="*/ 5127528 w 11772899"/>
                <a:gd name="connsiteY34" fmla="*/ 5621660 h 5621660"/>
                <a:gd name="connsiteX35" fmla="*/ 4665576 w 11772899"/>
                <a:gd name="connsiteY35" fmla="*/ 5621660 h 5621660"/>
                <a:gd name="connsiteX36" fmla="*/ 3906655 w 11772899"/>
                <a:gd name="connsiteY36" fmla="*/ 5621660 h 5621660"/>
                <a:gd name="connsiteX37" fmla="*/ 3444702 w 11772899"/>
                <a:gd name="connsiteY37" fmla="*/ 5621660 h 5621660"/>
                <a:gd name="connsiteX38" fmla="*/ 3081740 w 11772899"/>
                <a:gd name="connsiteY38" fmla="*/ 5621660 h 5621660"/>
                <a:gd name="connsiteX39" fmla="*/ 2619788 w 11772899"/>
                <a:gd name="connsiteY39" fmla="*/ 5621660 h 5621660"/>
                <a:gd name="connsiteX40" fmla="*/ 2058846 w 11772899"/>
                <a:gd name="connsiteY40" fmla="*/ 5621660 h 5621660"/>
                <a:gd name="connsiteX41" fmla="*/ 936962 w 11772899"/>
                <a:gd name="connsiteY41" fmla="*/ 5621660 h 5621660"/>
                <a:gd name="connsiteX42" fmla="*/ 0 w 11772899"/>
                <a:gd name="connsiteY42" fmla="*/ 4684698 h 5621660"/>
                <a:gd name="connsiteX43" fmla="*/ 0 w 11772899"/>
                <a:gd name="connsiteY43" fmla="*/ 3985121 h 5621660"/>
                <a:gd name="connsiteX44" fmla="*/ 0 w 11772899"/>
                <a:gd name="connsiteY44" fmla="*/ 3285543 h 5621660"/>
                <a:gd name="connsiteX45" fmla="*/ 0 w 11772899"/>
                <a:gd name="connsiteY45" fmla="*/ 2623443 h 5621660"/>
                <a:gd name="connsiteX46" fmla="*/ 0 w 11772899"/>
                <a:gd name="connsiteY46" fmla="*/ 2036298 h 5621660"/>
                <a:gd name="connsiteX47" fmla="*/ 0 w 11772899"/>
                <a:gd name="connsiteY47" fmla="*/ 936962 h 562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72899" h="5621660" extrusionOk="0">
                  <a:moveTo>
                    <a:pt x="0" y="936962"/>
                  </a:moveTo>
                  <a:cubicBezTo>
                    <a:pt x="-56482" y="384652"/>
                    <a:pt x="405288" y="5331"/>
                    <a:pt x="936962" y="0"/>
                  </a:cubicBezTo>
                  <a:cubicBezTo>
                    <a:pt x="1135074" y="40498"/>
                    <a:pt x="1417745" y="37625"/>
                    <a:pt x="1794873" y="0"/>
                  </a:cubicBezTo>
                  <a:cubicBezTo>
                    <a:pt x="2172001" y="-37625"/>
                    <a:pt x="2082419" y="-13177"/>
                    <a:pt x="2355815" y="0"/>
                  </a:cubicBezTo>
                  <a:cubicBezTo>
                    <a:pt x="2629211" y="13177"/>
                    <a:pt x="2605436" y="-20397"/>
                    <a:pt x="2817767" y="0"/>
                  </a:cubicBezTo>
                  <a:cubicBezTo>
                    <a:pt x="3030098" y="20397"/>
                    <a:pt x="3246957" y="16123"/>
                    <a:pt x="3576689" y="0"/>
                  </a:cubicBezTo>
                  <a:cubicBezTo>
                    <a:pt x="3906421" y="-16123"/>
                    <a:pt x="3950845" y="-2717"/>
                    <a:pt x="4137631" y="0"/>
                  </a:cubicBezTo>
                  <a:cubicBezTo>
                    <a:pt x="4324417" y="2717"/>
                    <a:pt x="4762773" y="-7790"/>
                    <a:pt x="4995542" y="0"/>
                  </a:cubicBezTo>
                  <a:cubicBezTo>
                    <a:pt x="5228311" y="7790"/>
                    <a:pt x="5363540" y="10689"/>
                    <a:pt x="5457494" y="0"/>
                  </a:cubicBezTo>
                  <a:cubicBezTo>
                    <a:pt x="5551448" y="-10689"/>
                    <a:pt x="6121651" y="-26716"/>
                    <a:pt x="6315405" y="0"/>
                  </a:cubicBezTo>
                  <a:cubicBezTo>
                    <a:pt x="6509159" y="26716"/>
                    <a:pt x="6578696" y="5236"/>
                    <a:pt x="6678368" y="0"/>
                  </a:cubicBezTo>
                  <a:cubicBezTo>
                    <a:pt x="6778040" y="-5236"/>
                    <a:pt x="7093734" y="20231"/>
                    <a:pt x="7338299" y="0"/>
                  </a:cubicBezTo>
                  <a:cubicBezTo>
                    <a:pt x="7582864" y="-20231"/>
                    <a:pt x="7698451" y="-26695"/>
                    <a:pt x="7998231" y="0"/>
                  </a:cubicBezTo>
                  <a:cubicBezTo>
                    <a:pt x="8298011" y="26695"/>
                    <a:pt x="8298226" y="13155"/>
                    <a:pt x="8559173" y="0"/>
                  </a:cubicBezTo>
                  <a:cubicBezTo>
                    <a:pt x="8820120" y="-13155"/>
                    <a:pt x="9156163" y="-334"/>
                    <a:pt x="9417084" y="0"/>
                  </a:cubicBezTo>
                  <a:cubicBezTo>
                    <a:pt x="9678005" y="334"/>
                    <a:pt x="9995047" y="-35028"/>
                    <a:pt x="10274995" y="0"/>
                  </a:cubicBezTo>
                  <a:cubicBezTo>
                    <a:pt x="10554943" y="35028"/>
                    <a:pt x="10623438" y="12160"/>
                    <a:pt x="10835937" y="0"/>
                  </a:cubicBezTo>
                  <a:cubicBezTo>
                    <a:pt x="11314612" y="-36552"/>
                    <a:pt x="11704099" y="316644"/>
                    <a:pt x="11772899" y="936962"/>
                  </a:cubicBezTo>
                  <a:cubicBezTo>
                    <a:pt x="11770085" y="1156856"/>
                    <a:pt x="11760914" y="1389601"/>
                    <a:pt x="11772899" y="1599062"/>
                  </a:cubicBezTo>
                  <a:cubicBezTo>
                    <a:pt x="11784884" y="1808523"/>
                    <a:pt x="11785994" y="1919378"/>
                    <a:pt x="11772899" y="2111253"/>
                  </a:cubicBezTo>
                  <a:cubicBezTo>
                    <a:pt x="11759804" y="2303128"/>
                    <a:pt x="11763867" y="2535637"/>
                    <a:pt x="11772899" y="2660921"/>
                  </a:cubicBezTo>
                  <a:cubicBezTo>
                    <a:pt x="11781931" y="2786205"/>
                    <a:pt x="11755014" y="3133475"/>
                    <a:pt x="11772899" y="3360498"/>
                  </a:cubicBezTo>
                  <a:cubicBezTo>
                    <a:pt x="11790784" y="3587521"/>
                    <a:pt x="11788148" y="3705091"/>
                    <a:pt x="11772899" y="3985121"/>
                  </a:cubicBezTo>
                  <a:cubicBezTo>
                    <a:pt x="11757650" y="4265151"/>
                    <a:pt x="11741090" y="4484971"/>
                    <a:pt x="11772899" y="4684698"/>
                  </a:cubicBezTo>
                  <a:cubicBezTo>
                    <a:pt x="11769462" y="5109486"/>
                    <a:pt x="11402867" y="5631973"/>
                    <a:pt x="10835937" y="5621660"/>
                  </a:cubicBezTo>
                  <a:cubicBezTo>
                    <a:pt x="10588515" y="5651323"/>
                    <a:pt x="10417071" y="5610722"/>
                    <a:pt x="10176005" y="5621660"/>
                  </a:cubicBezTo>
                  <a:cubicBezTo>
                    <a:pt x="9934939" y="5632598"/>
                    <a:pt x="9650861" y="5628239"/>
                    <a:pt x="9516074" y="5621660"/>
                  </a:cubicBezTo>
                  <a:cubicBezTo>
                    <a:pt x="9381287" y="5615081"/>
                    <a:pt x="9274164" y="5610348"/>
                    <a:pt x="9054122" y="5621660"/>
                  </a:cubicBezTo>
                  <a:cubicBezTo>
                    <a:pt x="8834080" y="5632972"/>
                    <a:pt x="8476148" y="5610106"/>
                    <a:pt x="8295200" y="5621660"/>
                  </a:cubicBezTo>
                  <a:cubicBezTo>
                    <a:pt x="8114252" y="5633214"/>
                    <a:pt x="7985346" y="5620860"/>
                    <a:pt x="7833248" y="5621660"/>
                  </a:cubicBezTo>
                  <a:cubicBezTo>
                    <a:pt x="7681150" y="5622460"/>
                    <a:pt x="7357726" y="5626797"/>
                    <a:pt x="7074327" y="5621660"/>
                  </a:cubicBezTo>
                  <a:cubicBezTo>
                    <a:pt x="6790928" y="5616523"/>
                    <a:pt x="6855786" y="5617060"/>
                    <a:pt x="6711364" y="5621660"/>
                  </a:cubicBezTo>
                  <a:cubicBezTo>
                    <a:pt x="6566942" y="5626260"/>
                    <a:pt x="6139674" y="5651416"/>
                    <a:pt x="5952443" y="5621660"/>
                  </a:cubicBezTo>
                  <a:cubicBezTo>
                    <a:pt x="5765212" y="5591904"/>
                    <a:pt x="5656833" y="5622214"/>
                    <a:pt x="5490491" y="5621660"/>
                  </a:cubicBezTo>
                  <a:cubicBezTo>
                    <a:pt x="5324149" y="5621106"/>
                    <a:pt x="5227502" y="5624221"/>
                    <a:pt x="5127528" y="5621660"/>
                  </a:cubicBezTo>
                  <a:cubicBezTo>
                    <a:pt x="5027554" y="5619099"/>
                    <a:pt x="4814077" y="5604751"/>
                    <a:pt x="4665576" y="5621660"/>
                  </a:cubicBezTo>
                  <a:cubicBezTo>
                    <a:pt x="4517075" y="5638569"/>
                    <a:pt x="4189594" y="5591962"/>
                    <a:pt x="3906655" y="5621660"/>
                  </a:cubicBezTo>
                  <a:cubicBezTo>
                    <a:pt x="3623716" y="5651358"/>
                    <a:pt x="3623923" y="5605672"/>
                    <a:pt x="3444702" y="5621660"/>
                  </a:cubicBezTo>
                  <a:cubicBezTo>
                    <a:pt x="3265481" y="5637648"/>
                    <a:pt x="3252146" y="5630216"/>
                    <a:pt x="3081740" y="5621660"/>
                  </a:cubicBezTo>
                  <a:cubicBezTo>
                    <a:pt x="2911334" y="5613104"/>
                    <a:pt x="2792276" y="5629735"/>
                    <a:pt x="2619788" y="5621660"/>
                  </a:cubicBezTo>
                  <a:cubicBezTo>
                    <a:pt x="2447300" y="5613585"/>
                    <a:pt x="2294115" y="5646908"/>
                    <a:pt x="2058846" y="5621660"/>
                  </a:cubicBezTo>
                  <a:cubicBezTo>
                    <a:pt x="1823577" y="5596412"/>
                    <a:pt x="1179161" y="5654893"/>
                    <a:pt x="936962" y="5621660"/>
                  </a:cubicBezTo>
                  <a:cubicBezTo>
                    <a:pt x="349721" y="5690920"/>
                    <a:pt x="34473" y="5209905"/>
                    <a:pt x="0" y="4684698"/>
                  </a:cubicBezTo>
                  <a:cubicBezTo>
                    <a:pt x="18600" y="4437230"/>
                    <a:pt x="-5172" y="4142041"/>
                    <a:pt x="0" y="3985121"/>
                  </a:cubicBezTo>
                  <a:cubicBezTo>
                    <a:pt x="5172" y="3828201"/>
                    <a:pt x="14463" y="3585292"/>
                    <a:pt x="0" y="3285543"/>
                  </a:cubicBezTo>
                  <a:cubicBezTo>
                    <a:pt x="-14463" y="2985794"/>
                    <a:pt x="-32118" y="2940321"/>
                    <a:pt x="0" y="2623443"/>
                  </a:cubicBezTo>
                  <a:cubicBezTo>
                    <a:pt x="32118" y="2306565"/>
                    <a:pt x="-7060" y="2314139"/>
                    <a:pt x="0" y="2036298"/>
                  </a:cubicBezTo>
                  <a:cubicBezTo>
                    <a:pt x="7060" y="1758458"/>
                    <a:pt x="-27306" y="1387569"/>
                    <a:pt x="0" y="936962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2C0AC6C-49E3-49EC-ACA9-62E70D60A508}"/>
                </a:ext>
              </a:extLst>
            </p:cNvPr>
            <p:cNvSpPr txBox="1"/>
            <p:nvPr/>
          </p:nvSpPr>
          <p:spPr>
            <a:xfrm>
              <a:off x="6038146" y="106927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Functional</a:t>
              </a:r>
              <a:r>
                <a:rPr lang="en-GB" sz="2200" dirty="0"/>
                <a:t> </a:t>
              </a:r>
              <a:r>
                <a:rPr lang="en-GB" sz="2200" dirty="0">
                  <a:solidFill>
                    <a:schemeClr val="tx1">
                      <a:lumMod val="10000"/>
                      <a:lumOff val="90000"/>
                    </a:schemeClr>
                  </a:solidFill>
                </a:rPr>
                <a:t>programming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F87A62B-49F6-4B68-B1A1-EEC833E87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4640" y="1334765"/>
              <a:ext cx="931748" cy="108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389862F-F53E-4B47-8167-56578FA1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515" y="551214"/>
              <a:ext cx="931749" cy="108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9EECA93-224E-47E9-AD47-1C4EAECCAE1D}"/>
                </a:ext>
              </a:extLst>
            </p:cNvPr>
            <p:cNvSpPr txBox="1"/>
            <p:nvPr/>
          </p:nvSpPr>
          <p:spPr>
            <a:xfrm>
              <a:off x="1606126" y="1053460"/>
              <a:ext cx="33578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200">
                  <a:solidFill>
                    <a:schemeClr val="tx1">
                      <a:lumMod val="10000"/>
                      <a:lumOff val="90000"/>
                    </a:schemeClr>
                  </a:solidFill>
                </a:defRPr>
              </a:lvl1pPr>
            </a:lstStyle>
            <a:p>
              <a:r>
                <a:rPr lang="en-GB" dirty="0"/>
                <a:t>Underlying data structure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872A4B2F-4DBB-403D-9233-08F3546DE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378" y="513460"/>
              <a:ext cx="931748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22699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4D27457-7096-4159-A6B9-F180918968F2}"/>
              </a:ext>
            </a:extLst>
          </p:cNvPr>
          <p:cNvGrpSpPr/>
          <p:nvPr/>
        </p:nvGrpSpPr>
        <p:grpSpPr>
          <a:xfrm>
            <a:off x="2647393" y="1488349"/>
            <a:ext cx="4961846" cy="3586008"/>
            <a:chOff x="2647393" y="1488349"/>
            <a:chExt cx="4961846" cy="358600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0AC8606-EF9A-430F-99D3-929736BCB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7393" y="2554876"/>
              <a:ext cx="1242330" cy="1440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232115-395D-4D4B-BEED-2B85742D2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8744" y="1488349"/>
              <a:ext cx="1242330" cy="1440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0CAC4D-CEE5-4F7A-A5F1-F589F94F5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797" y="2561353"/>
              <a:ext cx="1247208" cy="144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87D437-1A36-4111-BC79-E5633BF29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6446" y="3634357"/>
              <a:ext cx="1247324" cy="144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650390-44B0-4AA7-8F40-494C431C1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909" y="2554876"/>
              <a:ext cx="1242330" cy="144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E37D7CA-B20A-4081-94D1-4AECD8BD3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1883" y="3624831"/>
              <a:ext cx="1242330" cy="144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320363-1A49-4B35-A2D6-115EB68F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551" y="1488349"/>
              <a:ext cx="1242332" cy="144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0B7219F-B828-4395-8ED6-58AE37E7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8316" y="2556590"/>
              <a:ext cx="1242330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57989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52A2036-EAA6-431C-A787-C6EE397F553E}"/>
              </a:ext>
            </a:extLst>
          </p:cNvPr>
          <p:cNvGrpSpPr/>
          <p:nvPr/>
        </p:nvGrpSpPr>
        <p:grpSpPr>
          <a:xfrm>
            <a:off x="1408650" y="1488349"/>
            <a:ext cx="6807467" cy="3586008"/>
            <a:chOff x="1408650" y="1488349"/>
            <a:chExt cx="6807467" cy="35860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D27457-7096-4159-A6B9-F180918968F2}"/>
                </a:ext>
              </a:extLst>
            </p:cNvPr>
            <p:cNvGrpSpPr/>
            <p:nvPr/>
          </p:nvGrpSpPr>
          <p:grpSpPr>
            <a:xfrm>
              <a:off x="2647393" y="1488349"/>
              <a:ext cx="4961846" cy="3586008"/>
              <a:chOff x="2647393" y="1488349"/>
              <a:chExt cx="4961846" cy="358600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60AC8606-EF9A-430F-99D3-929736BCB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7393" y="2554876"/>
                <a:ext cx="1242330" cy="1440000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8232115-395D-4D4B-BEED-2B85742D2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8744" y="1488349"/>
                <a:ext cx="1242330" cy="1440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420CAC4D-CEE5-4F7A-A5F1-F589F94F5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87797" y="2561353"/>
                <a:ext cx="1247208" cy="14400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B87D437-1A36-4111-BC79-E5633BF29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16446" y="3634357"/>
                <a:ext cx="1247324" cy="1440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D650390-44B0-4AA7-8F40-494C431C1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909" y="2554876"/>
                <a:ext cx="1242330" cy="14400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E37D7CA-B20A-4081-94D1-4AECD8BD3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1883" y="3624831"/>
                <a:ext cx="1242330" cy="1440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C320363-1A49-4B35-A2D6-115EB68F9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99551" y="1488349"/>
                <a:ext cx="1242332" cy="14400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0B7219F-B828-4395-8ED6-58AE37E7AE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28316" y="2556590"/>
                <a:ext cx="1242330" cy="1440000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14A12C-BEEB-4225-8AB1-5A336452B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1970" y="3627419"/>
              <a:ext cx="1243168" cy="144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A652E8C-3B6B-4E13-A058-76D598215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8650" y="2566447"/>
              <a:ext cx="1242330" cy="144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EAA5EE7-A5FD-4807-B6FD-2B6A6CCC0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5889" y="1494365"/>
              <a:ext cx="1242330" cy="144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FFDA83-5523-4BF7-A835-E47B4D026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3787" y="3613854"/>
              <a:ext cx="1242330" cy="1440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5897048-4115-4A86-BC7E-C4531D2C3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6243" y="3620646"/>
              <a:ext cx="1242332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2536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8F41B4B-22D3-43AB-9103-37F40413273D}"/>
              </a:ext>
            </a:extLst>
          </p:cNvPr>
          <p:cNvGrpSpPr/>
          <p:nvPr/>
        </p:nvGrpSpPr>
        <p:grpSpPr>
          <a:xfrm>
            <a:off x="438615" y="176905"/>
            <a:ext cx="3942916" cy="6067159"/>
            <a:chOff x="5496390" y="800745"/>
            <a:chExt cx="3942916" cy="606715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F376FB4-EE94-4C1D-A160-4E7DEFC37F37}"/>
                </a:ext>
              </a:extLst>
            </p:cNvPr>
            <p:cNvCxnSpPr>
              <a:cxnSpLocks/>
            </p:cNvCxnSpPr>
            <p:nvPr/>
          </p:nvCxnSpPr>
          <p:spPr>
            <a:xfrm>
              <a:off x="5715455" y="1198275"/>
              <a:ext cx="13707" cy="5493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3BDCEF0-FB3D-4671-89B4-F6052DD8D8DB}"/>
                </a:ext>
              </a:extLst>
            </p:cNvPr>
            <p:cNvGrpSpPr/>
            <p:nvPr/>
          </p:nvGrpSpPr>
          <p:grpSpPr>
            <a:xfrm>
              <a:off x="5496390" y="800745"/>
              <a:ext cx="3942916" cy="6067159"/>
              <a:chOff x="5496390" y="800745"/>
              <a:chExt cx="3942916" cy="6067159"/>
            </a:xfrm>
          </p:grpSpPr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22A308E3-423D-46C1-A3C9-7CA80CD28C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81748" y="3798630"/>
                <a:ext cx="270000" cy="360000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769D823-F33F-4B0F-A9D2-D4A151A56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0342" y="6487930"/>
                <a:ext cx="270000" cy="360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DC91E6-5B21-41B1-9098-9462537124FD}"/>
                  </a:ext>
                </a:extLst>
              </p:cNvPr>
              <p:cNvSpPr txBox="1"/>
              <p:nvPr/>
            </p:nvSpPr>
            <p:spPr>
              <a:xfrm>
                <a:off x="6181804" y="6498572"/>
                <a:ext cx="1368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README.md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FAA0C4-86B4-4067-AF47-360D4A6E679F}"/>
                  </a:ext>
                </a:extLst>
              </p:cNvPr>
              <p:cNvSpPr txBox="1"/>
              <p:nvPr/>
            </p:nvSpPr>
            <p:spPr>
              <a:xfrm>
                <a:off x="5982390" y="872940"/>
                <a:ext cx="1671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/>
                  <a:t>exampleProject</a:t>
                </a:r>
                <a:endParaRPr lang="en-GB" b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5CC19-DD79-433A-98BC-152AD33D8471}"/>
                  </a:ext>
                </a:extLst>
              </p:cNvPr>
              <p:cNvSpPr txBox="1"/>
              <p:nvPr/>
            </p:nvSpPr>
            <p:spPr>
              <a:xfrm>
                <a:off x="6245444" y="2561435"/>
                <a:ext cx="620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data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19E399-F4B8-49E9-989B-CCD053F18C31}"/>
                  </a:ext>
                </a:extLst>
              </p:cNvPr>
              <p:cNvSpPr txBox="1"/>
              <p:nvPr/>
            </p:nvSpPr>
            <p:spPr>
              <a:xfrm>
                <a:off x="6500413" y="2977486"/>
                <a:ext cx="17173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temperature.csv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D4E313-6F77-4CE3-9BAA-EEA1C348E8F2}"/>
                  </a:ext>
                </a:extLst>
              </p:cNvPr>
              <p:cNvSpPr txBox="1"/>
              <p:nvPr/>
            </p:nvSpPr>
            <p:spPr>
              <a:xfrm>
                <a:off x="6528091" y="3782184"/>
                <a:ext cx="1307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err="1"/>
                  <a:t>report.qmd</a:t>
                </a:r>
                <a:endParaRPr lang="en-GB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5C078D-F8C2-47ED-9B7B-55745CA85EA4}"/>
                  </a:ext>
                </a:extLst>
              </p:cNvPr>
              <p:cNvSpPr txBox="1"/>
              <p:nvPr/>
            </p:nvSpPr>
            <p:spPr>
              <a:xfrm>
                <a:off x="6517039" y="5955369"/>
                <a:ext cx="1401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err="1"/>
                  <a:t>a_function.R</a:t>
                </a:r>
                <a:endParaRPr lang="en-GB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53016F-B674-461B-AF4D-CA922FAAE909}"/>
                  </a:ext>
                </a:extLst>
              </p:cNvPr>
              <p:cNvSpPr txBox="1"/>
              <p:nvPr/>
            </p:nvSpPr>
            <p:spPr>
              <a:xfrm>
                <a:off x="6528091" y="4720008"/>
                <a:ext cx="1941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01_prepare-data.R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DD2684-B739-4769-AAFF-E318AFE65FB1}"/>
                  </a:ext>
                </a:extLst>
              </p:cNvPr>
              <p:cNvSpPr txBox="1"/>
              <p:nvPr/>
            </p:nvSpPr>
            <p:spPr>
              <a:xfrm>
                <a:off x="6535884" y="5165788"/>
                <a:ext cx="1093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02_PCA.R</a:t>
                </a: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98E01AEE-ACE9-4235-AB2C-5FAA01E128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496390" y="800745"/>
                <a:ext cx="486000" cy="432000"/>
              </a:xfrm>
              <a:prstGeom prst="rect">
                <a:avLst/>
              </a:prstGeom>
            </p:spPr>
          </p:pic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2BF067A1-69F9-4D46-92F2-239CE41EA3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76751" y="2976694"/>
                <a:ext cx="270000" cy="36000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672D5E-6A63-4180-BFB2-01689FAC1B4A}"/>
                  </a:ext>
                </a:extLst>
              </p:cNvPr>
              <p:cNvSpPr txBox="1"/>
              <p:nvPr/>
            </p:nvSpPr>
            <p:spPr>
              <a:xfrm>
                <a:off x="6248938" y="3392703"/>
                <a:ext cx="879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reports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AF86B2-C18A-44FC-B0A7-D84E83D0C301}"/>
                  </a:ext>
                </a:extLst>
              </p:cNvPr>
              <p:cNvSpPr txBox="1"/>
              <p:nvPr/>
            </p:nvSpPr>
            <p:spPr>
              <a:xfrm>
                <a:off x="6248938" y="4254653"/>
                <a:ext cx="938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analysis</a:t>
                </a:r>
              </a:p>
            </p:txBody>
          </p: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4F43734A-C2CE-4325-A1D7-9A13F3037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81748" y="5154345"/>
                <a:ext cx="270000" cy="360000"/>
              </a:xfrm>
              <a:prstGeom prst="rect">
                <a:avLst/>
              </a:prstGeom>
            </p:spPr>
          </p:pic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CFDDC6F7-F78D-45DC-82EA-119CD4E13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74407" y="4718781"/>
                <a:ext cx="270000" cy="360000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F65763-77A8-4B2A-8208-A583AAC9EE4E}"/>
                  </a:ext>
                </a:extLst>
              </p:cNvPr>
              <p:cNvSpPr txBox="1"/>
              <p:nvPr/>
            </p:nvSpPr>
            <p:spPr>
              <a:xfrm>
                <a:off x="6227549" y="557651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R</a:t>
                </a:r>
              </a:p>
            </p:txBody>
          </p: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0C4FF548-F0AB-4405-AC11-9D49E2762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49653" y="5992045"/>
                <a:ext cx="270000" cy="360000"/>
              </a:xfrm>
              <a:prstGeom prst="rect">
                <a:avLst/>
              </a:prstGeom>
            </p:spPr>
          </p:pic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22EFC44-6D05-45D3-A107-86D87F9964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32230" y="6678049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CA3E578-34CA-49A6-A56B-1126AB88D7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29163" y="2746637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A046148-B906-41C2-83C1-D27D1C88B1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21261" y="3564395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4F400626-E774-4162-B786-2A865E2ACB98}"/>
                  </a:ext>
                </a:extLst>
              </p:cNvPr>
              <p:cNvGrpSpPr/>
              <p:nvPr/>
            </p:nvGrpSpPr>
            <p:grpSpPr>
              <a:xfrm>
                <a:off x="6066396" y="2919473"/>
                <a:ext cx="155929" cy="268426"/>
                <a:chOff x="5938941" y="2308746"/>
                <a:chExt cx="155929" cy="268426"/>
              </a:xfrm>
            </p:grpSpPr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DD0CC6B7-29E7-466C-AFE4-525AA5BB0F2D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>
                  <a:off x="5938941" y="2308746"/>
                  <a:ext cx="2460" cy="26842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17656D46-67E0-4A61-AF8F-D95D0CCBB4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45607" y="2557905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F7131DD-50CB-47A7-A3E4-CB8CCB5A91A1}"/>
                  </a:ext>
                </a:extLst>
              </p:cNvPr>
              <p:cNvGrpSpPr/>
              <p:nvPr/>
            </p:nvGrpSpPr>
            <p:grpSpPr>
              <a:xfrm>
                <a:off x="6048825" y="3744395"/>
                <a:ext cx="149263" cy="247824"/>
                <a:chOff x="5912504" y="2281326"/>
                <a:chExt cx="149263" cy="247824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1B99879-3774-491F-B775-4E201ACE6D2F}"/>
                    </a:ext>
                  </a:extLst>
                </p:cNvPr>
                <p:cNvCxnSpPr>
                  <a:cxnSpLocks/>
                  <a:stCxn id="24" idx="2"/>
                </p:cNvCxnSpPr>
                <p:nvPr/>
              </p:nvCxnSpPr>
              <p:spPr>
                <a:xfrm flipH="1">
                  <a:off x="5924824" y="2281326"/>
                  <a:ext cx="4731" cy="24782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8A282607-982B-4467-B6E6-3B4DBEE89D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12504" y="2524048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946F55F-EDC7-4F72-9781-210B0604FF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999" y="4455020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24B80F1-91F5-45F9-820B-801AC6C2A2FC}"/>
                  </a:ext>
                </a:extLst>
              </p:cNvPr>
              <p:cNvGrpSpPr/>
              <p:nvPr/>
            </p:nvGrpSpPr>
            <p:grpSpPr>
              <a:xfrm>
                <a:off x="6050819" y="4637161"/>
                <a:ext cx="153276" cy="697184"/>
                <a:chOff x="5909198" y="3092495"/>
                <a:chExt cx="153276" cy="697184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F5C50BE2-8197-430C-85D2-0E9F7D5DF364}"/>
                    </a:ext>
                  </a:extLst>
                </p:cNvPr>
                <p:cNvGrpSpPr/>
                <p:nvPr/>
              </p:nvGrpSpPr>
              <p:grpSpPr>
                <a:xfrm>
                  <a:off x="5913211" y="3092495"/>
                  <a:ext cx="149263" cy="697184"/>
                  <a:chOff x="5904345" y="2216336"/>
                  <a:chExt cx="149263" cy="697184"/>
                </a:xfrm>
              </p:grpSpPr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49DA477-CBCA-4126-9491-2410A730A831}"/>
                      </a:ext>
                    </a:extLst>
                  </p:cNvPr>
                  <p:cNvCxnSpPr>
                    <a:cxnSpLocks/>
                    <a:stCxn id="28" idx="2"/>
                  </p:cNvCxnSpPr>
                  <p:nvPr/>
                </p:nvCxnSpPr>
                <p:spPr>
                  <a:xfrm flipH="1">
                    <a:off x="5911287" y="2216336"/>
                    <a:ext cx="3138" cy="6971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40A52EDB-0D1E-4A59-BD06-325661E595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04345" y="2524491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854B042-2F66-4B1A-80A3-94FE4B5646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09198" y="3777364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23CD454-5678-439F-816A-994E0AC246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9650" y="5778161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600DB14C-F267-4C0F-B95D-97FC46265F64}"/>
                  </a:ext>
                </a:extLst>
              </p:cNvPr>
              <p:cNvGrpSpPr/>
              <p:nvPr/>
            </p:nvGrpSpPr>
            <p:grpSpPr>
              <a:xfrm>
                <a:off x="6046050" y="5933195"/>
                <a:ext cx="149263" cy="239706"/>
                <a:chOff x="5889045" y="2266672"/>
                <a:chExt cx="149263" cy="239706"/>
              </a:xfrm>
            </p:grpSpPr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BC538001-FD20-466E-A53D-67F0A368C6A4}"/>
                    </a:ext>
                  </a:extLst>
                </p:cNvPr>
                <p:cNvCxnSpPr>
                  <a:cxnSpLocks/>
                  <a:stCxn id="32" idx="2"/>
                </p:cNvCxnSpPr>
                <p:nvPr/>
              </p:nvCxnSpPr>
              <p:spPr>
                <a:xfrm>
                  <a:off x="5904001" y="2266672"/>
                  <a:ext cx="768" cy="23885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4DF474EB-CD69-40FE-BC25-4537368EBA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89045" y="2505522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2650C8EB-B1BD-440B-A4E8-97B07D184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863896" y="2559473"/>
                <a:ext cx="405000" cy="360000"/>
              </a:xfrm>
              <a:prstGeom prst="rect">
                <a:avLst/>
              </a:prstGeom>
            </p:spPr>
          </p:pic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E1801C2C-77CD-4855-82EC-2F1FAE377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863376" y="3384395"/>
                <a:ext cx="405000" cy="360000"/>
              </a:xfrm>
              <a:prstGeom prst="rect">
                <a:avLst/>
              </a:prstGeom>
            </p:spPr>
          </p:pic>
          <p:pic>
            <p:nvPicPr>
              <p:cNvPr id="28" name="Graphic 27">
                <a:extLst>
                  <a:ext uri="{FF2B5EF4-FFF2-40B4-BE49-F238E27FC236}">
                    <a16:creationId xmlns:a16="http://schemas.microsoft.com/office/drawing/2014/main" id="{5FDBDBAF-1E0D-4CF6-A115-4CFB42B95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862412" y="4277161"/>
                <a:ext cx="405000" cy="360000"/>
              </a:xfrm>
              <a:prstGeom prst="rect">
                <a:avLst/>
              </a:prstGeom>
            </p:spPr>
          </p:pic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1374B8D2-1EF1-454A-9044-BE9478AEA8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858506" y="5573195"/>
                <a:ext cx="405000" cy="360000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0FDC1A-A2CB-4729-A32A-61468A3E7F89}"/>
                  </a:ext>
                </a:extLst>
              </p:cNvPr>
              <p:cNvSpPr txBox="1"/>
              <p:nvPr/>
            </p:nvSpPr>
            <p:spPr>
              <a:xfrm>
                <a:off x="6245443" y="1363934"/>
                <a:ext cx="1064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data-raw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3531D14-04D0-4452-8834-EC72655250B0}"/>
                  </a:ext>
                </a:extLst>
              </p:cNvPr>
              <p:cNvSpPr txBox="1"/>
              <p:nvPr/>
            </p:nvSpPr>
            <p:spPr>
              <a:xfrm>
                <a:off x="6529342" y="1748973"/>
                <a:ext cx="2909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2023-04-20_temperature.csv</a:t>
                </a:r>
              </a:p>
            </p:txBody>
          </p:sp>
          <p:pic>
            <p:nvPicPr>
              <p:cNvPr id="117" name="Graphic 116">
                <a:extLst>
                  <a:ext uri="{FF2B5EF4-FFF2-40B4-BE49-F238E27FC236}">
                    <a16:creationId xmlns:a16="http://schemas.microsoft.com/office/drawing/2014/main" id="{E63E843C-FA49-43C3-BF86-744919448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77713" y="1741574"/>
                <a:ext cx="270000" cy="360000"/>
              </a:xfrm>
              <a:prstGeom prst="rect">
                <a:avLst/>
              </a:prstGeom>
            </p:spPr>
          </p:pic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0ED7FDCB-9612-4CEE-AFAE-6195904826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29162" y="1549136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1F952140-6108-468B-8E5E-B579922078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68856" y="1927169"/>
                <a:ext cx="149263" cy="8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5" name="Graphic 124">
                <a:extLst>
                  <a:ext uri="{FF2B5EF4-FFF2-40B4-BE49-F238E27FC236}">
                    <a16:creationId xmlns:a16="http://schemas.microsoft.com/office/drawing/2014/main" id="{F548DCD9-0912-41C8-AD8F-4C4F7F1A1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863895" y="1361972"/>
                <a:ext cx="405000" cy="360000"/>
              </a:xfrm>
              <a:prstGeom prst="rect">
                <a:avLst/>
              </a:prstGeom>
            </p:spPr>
          </p:pic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985D488-72D1-42D1-8E64-4D514D622647}"/>
                  </a:ext>
                </a:extLst>
              </p:cNvPr>
              <p:cNvSpPr txBox="1"/>
              <p:nvPr/>
            </p:nvSpPr>
            <p:spPr>
              <a:xfrm>
                <a:off x="6528091" y="2138049"/>
                <a:ext cx="2909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2023-04-20_temperature.csv</a:t>
                </a:r>
              </a:p>
            </p:txBody>
          </p:sp>
          <p:pic>
            <p:nvPicPr>
              <p:cNvPr id="127" name="Graphic 126">
                <a:extLst>
                  <a:ext uri="{FF2B5EF4-FFF2-40B4-BE49-F238E27FC236}">
                    <a16:creationId xmlns:a16="http://schemas.microsoft.com/office/drawing/2014/main" id="{D3B2DB4D-FAA3-48C9-93F6-D772B3206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74407" y="2164607"/>
                <a:ext cx="270000" cy="360000"/>
              </a:xfrm>
              <a:prstGeom prst="rect">
                <a:avLst/>
              </a:prstGeom>
            </p:spPr>
          </p:pic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6FBFBAA4-86D2-468E-A01F-826B90D9AF7E}"/>
                  </a:ext>
                </a:extLst>
              </p:cNvPr>
              <p:cNvGrpSpPr/>
              <p:nvPr/>
            </p:nvGrpSpPr>
            <p:grpSpPr>
              <a:xfrm>
                <a:off x="6048827" y="1721972"/>
                <a:ext cx="155612" cy="608055"/>
                <a:chOff x="5923706" y="1909740"/>
                <a:chExt cx="155612" cy="608055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A0E97ED5-A6F8-40A7-BD78-3D767E92D97A}"/>
                    </a:ext>
                  </a:extLst>
                </p:cNvPr>
                <p:cNvCxnSpPr>
                  <a:cxnSpLocks/>
                  <a:stCxn id="125" idx="2"/>
                </p:cNvCxnSpPr>
                <p:nvPr/>
              </p:nvCxnSpPr>
              <p:spPr>
                <a:xfrm flipH="1">
                  <a:off x="5936654" y="1909740"/>
                  <a:ext cx="4620" cy="60667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0956A6F7-5C21-4537-BA04-E7494D742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3706" y="2516419"/>
                  <a:ext cx="155612" cy="137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E62FCC0-DE61-4830-A8E5-F582A3E087C7}"/>
              </a:ext>
            </a:extLst>
          </p:cNvPr>
          <p:cNvGrpSpPr/>
          <p:nvPr/>
        </p:nvGrpSpPr>
        <p:grpSpPr>
          <a:xfrm>
            <a:off x="4496265" y="141210"/>
            <a:ext cx="3942916" cy="6563044"/>
            <a:chOff x="4496265" y="141210"/>
            <a:chExt cx="3942916" cy="6563044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43F7E138-4F7B-4BC7-8D08-06CFF75F61D0}"/>
                </a:ext>
              </a:extLst>
            </p:cNvPr>
            <p:cNvGrpSpPr/>
            <p:nvPr/>
          </p:nvGrpSpPr>
          <p:grpSpPr>
            <a:xfrm>
              <a:off x="4496265" y="141210"/>
              <a:ext cx="3942916" cy="6348060"/>
              <a:chOff x="5496390" y="800745"/>
              <a:chExt cx="3942916" cy="6348060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28E3997-8108-40BA-88C0-2AED7DFFD5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455" y="1198275"/>
                <a:ext cx="6926" cy="59505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3C894EF-6A83-4C2D-AE76-8706C2F5F067}"/>
                  </a:ext>
                </a:extLst>
              </p:cNvPr>
              <p:cNvGrpSpPr/>
              <p:nvPr/>
            </p:nvGrpSpPr>
            <p:grpSpPr>
              <a:xfrm>
                <a:off x="5496390" y="800745"/>
                <a:ext cx="3942916" cy="6067159"/>
                <a:chOff x="5496390" y="800745"/>
                <a:chExt cx="3942916" cy="6067159"/>
              </a:xfrm>
            </p:grpSpPr>
            <p:pic>
              <p:nvPicPr>
                <p:cNvPr id="134" name="Graphic 133">
                  <a:extLst>
                    <a:ext uri="{FF2B5EF4-FFF2-40B4-BE49-F238E27FC236}">
                      <a16:creationId xmlns:a16="http://schemas.microsoft.com/office/drawing/2014/main" id="{819EFE64-1912-4817-8E62-450FD82A04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81748" y="3798630"/>
                  <a:ext cx="270000" cy="360000"/>
                </a:xfrm>
                <a:prstGeom prst="rect">
                  <a:avLst/>
                </a:prstGeom>
              </p:spPr>
            </p:pic>
            <p:pic>
              <p:nvPicPr>
                <p:cNvPr id="135" name="Graphic 134">
                  <a:extLst>
                    <a:ext uri="{FF2B5EF4-FFF2-40B4-BE49-F238E27FC236}">
                      <a16:creationId xmlns:a16="http://schemas.microsoft.com/office/drawing/2014/main" id="{F9A84C94-0764-46BA-92EA-D82A558A4E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20342" y="6487930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2CBF0F0-B36E-4D13-AD38-4A6DDE07DEF3}"/>
                    </a:ext>
                  </a:extLst>
                </p:cNvPr>
                <p:cNvSpPr txBox="1"/>
                <p:nvPr/>
              </p:nvSpPr>
              <p:spPr>
                <a:xfrm>
                  <a:off x="6181804" y="6498572"/>
                  <a:ext cx="1368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README.md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63B4D00-1CE1-4EFB-A972-21668A0E2007}"/>
                    </a:ext>
                  </a:extLst>
                </p:cNvPr>
                <p:cNvSpPr txBox="1"/>
                <p:nvPr/>
              </p:nvSpPr>
              <p:spPr>
                <a:xfrm>
                  <a:off x="5982390" y="872940"/>
                  <a:ext cx="16718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 err="1"/>
                    <a:t>exampleProject</a:t>
                  </a:r>
                  <a:endParaRPr lang="en-GB" b="1" dirty="0"/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F10B8CA0-8F6D-488B-B592-89A14B196F74}"/>
                    </a:ext>
                  </a:extLst>
                </p:cNvPr>
                <p:cNvSpPr txBox="1"/>
                <p:nvPr/>
              </p:nvSpPr>
              <p:spPr>
                <a:xfrm>
                  <a:off x="6245444" y="2561435"/>
                  <a:ext cx="620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data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908BCEB-BAC9-4B25-A204-FF9A4B67470D}"/>
                    </a:ext>
                  </a:extLst>
                </p:cNvPr>
                <p:cNvSpPr txBox="1"/>
                <p:nvPr/>
              </p:nvSpPr>
              <p:spPr>
                <a:xfrm>
                  <a:off x="6500413" y="2977486"/>
                  <a:ext cx="17173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temperature.csv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8C9E4D6-9D1B-4579-A053-E5FCC2154599}"/>
                    </a:ext>
                  </a:extLst>
                </p:cNvPr>
                <p:cNvSpPr txBox="1"/>
                <p:nvPr/>
              </p:nvSpPr>
              <p:spPr>
                <a:xfrm>
                  <a:off x="6528091" y="3782184"/>
                  <a:ext cx="13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 err="1"/>
                    <a:t>report.qmd</a:t>
                  </a:r>
                  <a:endParaRPr lang="en-GB" dirty="0"/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274B7F3A-F9EE-4F38-B7DE-B8F8EA6BAA6E}"/>
                    </a:ext>
                  </a:extLst>
                </p:cNvPr>
                <p:cNvSpPr txBox="1"/>
                <p:nvPr/>
              </p:nvSpPr>
              <p:spPr>
                <a:xfrm>
                  <a:off x="6517039" y="5955369"/>
                  <a:ext cx="1401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 err="1"/>
                    <a:t>a_function.R</a:t>
                  </a:r>
                  <a:endParaRPr lang="en-GB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660A218-81D9-4C57-876E-8B08F402D2F0}"/>
                    </a:ext>
                  </a:extLst>
                </p:cNvPr>
                <p:cNvSpPr txBox="1"/>
                <p:nvPr/>
              </p:nvSpPr>
              <p:spPr>
                <a:xfrm>
                  <a:off x="6528091" y="4720008"/>
                  <a:ext cx="19418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01_prepare-data.R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908B4A1C-8002-4598-8059-5318E40F7629}"/>
                    </a:ext>
                  </a:extLst>
                </p:cNvPr>
                <p:cNvSpPr txBox="1"/>
                <p:nvPr/>
              </p:nvSpPr>
              <p:spPr>
                <a:xfrm>
                  <a:off x="6535884" y="5165788"/>
                  <a:ext cx="10933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02_PCA.R</a:t>
                  </a:r>
                </a:p>
              </p:txBody>
            </p:sp>
            <p:pic>
              <p:nvPicPr>
                <p:cNvPr id="144" name="Graphic 143">
                  <a:extLst>
                    <a:ext uri="{FF2B5EF4-FFF2-40B4-BE49-F238E27FC236}">
                      <a16:creationId xmlns:a16="http://schemas.microsoft.com/office/drawing/2014/main" id="{1D907AD8-C128-4245-B341-DC995005E3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96390" y="800745"/>
                  <a:ext cx="486000" cy="432000"/>
                </a:xfrm>
                <a:prstGeom prst="rect">
                  <a:avLst/>
                </a:prstGeom>
              </p:spPr>
            </p:pic>
            <p:pic>
              <p:nvPicPr>
                <p:cNvPr id="145" name="Graphic 144">
                  <a:extLst>
                    <a:ext uri="{FF2B5EF4-FFF2-40B4-BE49-F238E27FC236}">
                      <a16:creationId xmlns:a16="http://schemas.microsoft.com/office/drawing/2014/main" id="{3563BB00-C942-4891-93FD-8DB262E41B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6751" y="2976694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A993F3CC-7DDB-4708-B613-4E23F8333FA3}"/>
                    </a:ext>
                  </a:extLst>
                </p:cNvPr>
                <p:cNvSpPr txBox="1"/>
                <p:nvPr/>
              </p:nvSpPr>
              <p:spPr>
                <a:xfrm>
                  <a:off x="6248938" y="3392703"/>
                  <a:ext cx="879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reports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04A3236C-C142-4E6A-9698-F2EAAA4B0CE7}"/>
                    </a:ext>
                  </a:extLst>
                </p:cNvPr>
                <p:cNvSpPr txBox="1"/>
                <p:nvPr/>
              </p:nvSpPr>
              <p:spPr>
                <a:xfrm>
                  <a:off x="6248938" y="4254653"/>
                  <a:ext cx="9382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analysis</a:t>
                  </a:r>
                </a:p>
              </p:txBody>
            </p:sp>
            <p:pic>
              <p:nvPicPr>
                <p:cNvPr id="148" name="Graphic 147">
                  <a:extLst>
                    <a:ext uri="{FF2B5EF4-FFF2-40B4-BE49-F238E27FC236}">
                      <a16:creationId xmlns:a16="http://schemas.microsoft.com/office/drawing/2014/main" id="{BD75C10D-195B-4E70-9C7B-6B36EC5545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81748" y="5154345"/>
                  <a:ext cx="270000" cy="360000"/>
                </a:xfrm>
                <a:prstGeom prst="rect">
                  <a:avLst/>
                </a:prstGeom>
              </p:spPr>
            </p:pic>
            <p:pic>
              <p:nvPicPr>
                <p:cNvPr id="149" name="Graphic 148">
                  <a:extLst>
                    <a:ext uri="{FF2B5EF4-FFF2-40B4-BE49-F238E27FC236}">
                      <a16:creationId xmlns:a16="http://schemas.microsoft.com/office/drawing/2014/main" id="{5A56393E-0A6C-4AB3-9BE7-67D219E56D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4407" y="4718781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23780C5-8AFE-4F76-8A95-31F833C73219}"/>
                    </a:ext>
                  </a:extLst>
                </p:cNvPr>
                <p:cNvSpPr txBox="1"/>
                <p:nvPr/>
              </p:nvSpPr>
              <p:spPr>
                <a:xfrm>
                  <a:off x="6227549" y="5576514"/>
                  <a:ext cx="3145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R</a:t>
                  </a:r>
                </a:p>
              </p:txBody>
            </p:sp>
            <p:pic>
              <p:nvPicPr>
                <p:cNvPr id="151" name="Graphic 150">
                  <a:extLst>
                    <a:ext uri="{FF2B5EF4-FFF2-40B4-BE49-F238E27FC236}">
                      <a16:creationId xmlns:a16="http://schemas.microsoft.com/office/drawing/2014/main" id="{4C81048C-556D-44AD-8C7F-C2151AF2D3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653" y="5992045"/>
                  <a:ext cx="270000" cy="360000"/>
                </a:xfrm>
                <a:prstGeom prst="rect">
                  <a:avLst/>
                </a:prstGeom>
              </p:spPr>
            </p:pic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ED700F60-44AF-4D23-808E-1762BB2EB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09650" y="6678905"/>
                  <a:ext cx="17184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B4B9B635-2D98-4094-84EF-F57BFB9D3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9163" y="2746637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565FB9B-B3D3-4477-8DE4-C991319E84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1261" y="3564395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9EC1F811-721D-4CAE-AF05-BB8C74D93970}"/>
                    </a:ext>
                  </a:extLst>
                </p:cNvPr>
                <p:cNvGrpSpPr/>
                <p:nvPr/>
              </p:nvGrpSpPr>
              <p:grpSpPr>
                <a:xfrm>
                  <a:off x="6066396" y="2919473"/>
                  <a:ext cx="155929" cy="268426"/>
                  <a:chOff x="5938941" y="2308746"/>
                  <a:chExt cx="155929" cy="268426"/>
                </a:xfrm>
              </p:grpSpPr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DDC5C57B-818C-4B67-8B9F-F456E656292A}"/>
                      </a:ext>
                    </a:extLst>
                  </p:cNvPr>
                  <p:cNvCxnSpPr>
                    <a:cxnSpLocks/>
                    <a:stCxn id="161" idx="2"/>
                  </p:cNvCxnSpPr>
                  <p:nvPr/>
                </p:nvCxnSpPr>
                <p:spPr>
                  <a:xfrm>
                    <a:off x="5938941" y="2308746"/>
                    <a:ext cx="2460" cy="26842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>
                    <a:extLst>
                      <a:ext uri="{FF2B5EF4-FFF2-40B4-BE49-F238E27FC236}">
                        <a16:creationId xmlns:a16="http://schemas.microsoft.com/office/drawing/2014/main" id="{1F736032-B677-4787-9BBB-CE1528649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45607" y="2557905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89A42DEA-22D5-4E45-8CF9-8738A46DADE8}"/>
                    </a:ext>
                  </a:extLst>
                </p:cNvPr>
                <p:cNvGrpSpPr/>
                <p:nvPr/>
              </p:nvGrpSpPr>
              <p:grpSpPr>
                <a:xfrm>
                  <a:off x="6048825" y="3744395"/>
                  <a:ext cx="149263" cy="247824"/>
                  <a:chOff x="5912504" y="2281326"/>
                  <a:chExt cx="149263" cy="247824"/>
                </a:xfrm>
              </p:grpSpPr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99DEB30D-791D-48EF-A332-E3CF861B4837}"/>
                      </a:ext>
                    </a:extLst>
                  </p:cNvPr>
                  <p:cNvCxnSpPr>
                    <a:cxnSpLocks/>
                    <a:stCxn id="162" idx="2"/>
                  </p:cNvCxnSpPr>
                  <p:nvPr/>
                </p:nvCxnSpPr>
                <p:spPr>
                  <a:xfrm flipH="1">
                    <a:off x="5924824" y="2281326"/>
                    <a:ext cx="4731" cy="24782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A36738E2-115E-48DD-A3D4-354EB7257E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12504" y="2524048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32D1DC8D-B954-4EA5-823E-48C2F849E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19999" y="4455020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4A38B266-FAB1-4DE1-812F-DC8A770AAA6A}"/>
                    </a:ext>
                  </a:extLst>
                </p:cNvPr>
                <p:cNvGrpSpPr/>
                <p:nvPr/>
              </p:nvGrpSpPr>
              <p:grpSpPr>
                <a:xfrm>
                  <a:off x="6050819" y="4637161"/>
                  <a:ext cx="153276" cy="697184"/>
                  <a:chOff x="5909198" y="3092495"/>
                  <a:chExt cx="153276" cy="697184"/>
                </a:xfrm>
              </p:grpSpPr>
              <p:grpSp>
                <p:nvGrpSpPr>
                  <p:cNvPr id="178" name="Group 177">
                    <a:extLst>
                      <a:ext uri="{FF2B5EF4-FFF2-40B4-BE49-F238E27FC236}">
                        <a16:creationId xmlns:a16="http://schemas.microsoft.com/office/drawing/2014/main" id="{4AF0602A-386A-4B2D-BA63-0C5D4E4F3829}"/>
                      </a:ext>
                    </a:extLst>
                  </p:cNvPr>
                  <p:cNvGrpSpPr/>
                  <p:nvPr/>
                </p:nvGrpSpPr>
                <p:grpSpPr>
                  <a:xfrm>
                    <a:off x="5913211" y="3092495"/>
                    <a:ext cx="149263" cy="697184"/>
                    <a:chOff x="5904345" y="2216336"/>
                    <a:chExt cx="149263" cy="697184"/>
                  </a:xfrm>
                </p:grpSpPr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22CFA9D4-22F7-47D4-A7F5-134D1FFFA8ED}"/>
                        </a:ext>
                      </a:extLst>
                    </p:cNvPr>
                    <p:cNvCxnSpPr>
                      <a:cxnSpLocks/>
                      <a:stCxn id="163" idx="2"/>
                    </p:cNvCxnSpPr>
                    <p:nvPr/>
                  </p:nvCxnSpPr>
                  <p:spPr>
                    <a:xfrm flipH="1">
                      <a:off x="5911287" y="2216336"/>
                      <a:ext cx="3138" cy="6971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13480171-8C66-439D-AFCF-4583FBF134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904345" y="2524491"/>
                      <a:ext cx="149263" cy="856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C3494F42-302D-487A-820F-DD8F8755BD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09198" y="3777364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708EDEF9-8922-4A4B-86F0-4F41192A29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09650" y="577816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0A301B1F-0B91-4074-8788-8EEBBB9AA371}"/>
                    </a:ext>
                  </a:extLst>
                </p:cNvPr>
                <p:cNvGrpSpPr/>
                <p:nvPr/>
              </p:nvGrpSpPr>
              <p:grpSpPr>
                <a:xfrm>
                  <a:off x="6046050" y="5933195"/>
                  <a:ext cx="149263" cy="239706"/>
                  <a:chOff x="5889045" y="2266672"/>
                  <a:chExt cx="149263" cy="239706"/>
                </a:xfrm>
              </p:grpSpPr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0FF72716-9E01-4925-8AD7-1AA7AB13BE3B}"/>
                      </a:ext>
                    </a:extLst>
                  </p:cNvPr>
                  <p:cNvCxnSpPr>
                    <a:cxnSpLocks/>
                    <a:stCxn id="164" idx="2"/>
                  </p:cNvCxnSpPr>
                  <p:nvPr/>
                </p:nvCxnSpPr>
                <p:spPr>
                  <a:xfrm>
                    <a:off x="5904001" y="2266672"/>
                    <a:ext cx="768" cy="2388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A606D2D0-2475-44EF-B4E7-4D152B3B73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889045" y="2505522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61" name="Graphic 160">
                  <a:extLst>
                    <a:ext uri="{FF2B5EF4-FFF2-40B4-BE49-F238E27FC236}">
                      <a16:creationId xmlns:a16="http://schemas.microsoft.com/office/drawing/2014/main" id="{3A7E01C1-73F3-4F86-864D-32F7B08185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896" y="2559473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162" name="Graphic 161">
                  <a:extLst>
                    <a:ext uri="{FF2B5EF4-FFF2-40B4-BE49-F238E27FC236}">
                      <a16:creationId xmlns:a16="http://schemas.microsoft.com/office/drawing/2014/main" id="{FC66D97A-2D83-4359-919E-0F95FDC5FA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376" y="3384395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163" name="Graphic 162">
                  <a:extLst>
                    <a:ext uri="{FF2B5EF4-FFF2-40B4-BE49-F238E27FC236}">
                      <a16:creationId xmlns:a16="http://schemas.microsoft.com/office/drawing/2014/main" id="{6A26C798-4555-476E-8920-98EF9E4EC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2412" y="4277161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164" name="Graphic 163">
                  <a:extLst>
                    <a:ext uri="{FF2B5EF4-FFF2-40B4-BE49-F238E27FC236}">
                      <a16:creationId xmlns:a16="http://schemas.microsoft.com/office/drawing/2014/main" id="{4A416D1B-8E1D-432D-B237-E400734FD6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8506" y="5573195"/>
                  <a:ext cx="405000" cy="360000"/>
                </a:xfrm>
                <a:prstGeom prst="rect">
                  <a:avLst/>
                </a:prstGeom>
              </p:spPr>
            </p:pic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089577F-9948-4568-92DD-233270A15851}"/>
                    </a:ext>
                  </a:extLst>
                </p:cNvPr>
                <p:cNvSpPr txBox="1"/>
                <p:nvPr/>
              </p:nvSpPr>
              <p:spPr>
                <a:xfrm>
                  <a:off x="6245443" y="1363934"/>
                  <a:ext cx="10647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data-raw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D265211-5B7E-4AF4-874B-D7FA314E30C7}"/>
                    </a:ext>
                  </a:extLst>
                </p:cNvPr>
                <p:cNvSpPr txBox="1"/>
                <p:nvPr/>
              </p:nvSpPr>
              <p:spPr>
                <a:xfrm>
                  <a:off x="6529342" y="1748973"/>
                  <a:ext cx="29099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2023-04-20_temperature.csv</a:t>
                  </a:r>
                </a:p>
              </p:txBody>
            </p:sp>
            <p:pic>
              <p:nvPicPr>
                <p:cNvPr id="167" name="Graphic 166">
                  <a:extLst>
                    <a:ext uri="{FF2B5EF4-FFF2-40B4-BE49-F238E27FC236}">
                      <a16:creationId xmlns:a16="http://schemas.microsoft.com/office/drawing/2014/main" id="{2CD1CDEF-5066-459F-986F-FEAB63A4C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7713" y="1741574"/>
                  <a:ext cx="270000" cy="360000"/>
                </a:xfrm>
                <a:prstGeom prst="rect">
                  <a:avLst/>
                </a:prstGeom>
              </p:spPr>
            </p:pic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CAF901DF-296F-4D89-A660-2940BE27A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9162" y="1549136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40A4B094-BF01-489C-97BB-FA93A17D66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68856" y="1927169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70" name="Graphic 169">
                  <a:extLst>
                    <a:ext uri="{FF2B5EF4-FFF2-40B4-BE49-F238E27FC236}">
                      <a16:creationId xmlns:a16="http://schemas.microsoft.com/office/drawing/2014/main" id="{342460B1-86CF-4862-8672-18D2563A95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895" y="1361972"/>
                  <a:ext cx="405000" cy="360000"/>
                </a:xfrm>
                <a:prstGeom prst="rect">
                  <a:avLst/>
                </a:prstGeom>
              </p:spPr>
            </p:pic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5E4A707-1402-415D-921A-DC28C296B17F}"/>
                    </a:ext>
                  </a:extLst>
                </p:cNvPr>
                <p:cNvSpPr txBox="1"/>
                <p:nvPr/>
              </p:nvSpPr>
              <p:spPr>
                <a:xfrm>
                  <a:off x="6528091" y="2138049"/>
                  <a:ext cx="29099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2023-04-20_temperature.csv</a:t>
                  </a:r>
                </a:p>
              </p:txBody>
            </p:sp>
            <p:pic>
              <p:nvPicPr>
                <p:cNvPr id="172" name="Graphic 171">
                  <a:extLst>
                    <a:ext uri="{FF2B5EF4-FFF2-40B4-BE49-F238E27FC236}">
                      <a16:creationId xmlns:a16="http://schemas.microsoft.com/office/drawing/2014/main" id="{2D91BD60-6433-4848-B662-EA593FB33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4407" y="2164607"/>
                  <a:ext cx="270000" cy="360000"/>
                </a:xfrm>
                <a:prstGeom prst="rect">
                  <a:avLst/>
                </a:prstGeom>
              </p:spPr>
            </p:pic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C6074365-B74F-4F1C-8F99-7F1E4B904F26}"/>
                    </a:ext>
                  </a:extLst>
                </p:cNvPr>
                <p:cNvGrpSpPr/>
                <p:nvPr/>
              </p:nvGrpSpPr>
              <p:grpSpPr>
                <a:xfrm>
                  <a:off x="6048827" y="1721972"/>
                  <a:ext cx="155612" cy="608055"/>
                  <a:chOff x="5923706" y="1909740"/>
                  <a:chExt cx="155612" cy="608055"/>
                </a:xfrm>
              </p:grpSpPr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759E0FBD-501B-4179-B918-2BA60CBFC2A8}"/>
                      </a:ext>
                    </a:extLst>
                  </p:cNvPr>
                  <p:cNvCxnSpPr>
                    <a:cxnSpLocks/>
                    <a:stCxn id="170" idx="2"/>
                  </p:cNvCxnSpPr>
                  <p:nvPr/>
                </p:nvCxnSpPr>
                <p:spPr>
                  <a:xfrm flipH="1">
                    <a:off x="5936654" y="1909740"/>
                    <a:ext cx="4620" cy="60667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0C9C29D8-5C0D-4E2B-83A8-E4F4FBD8DF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23706" y="2516419"/>
                    <a:ext cx="155612" cy="137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186" name="Graphic 185">
              <a:extLst>
                <a:ext uri="{FF2B5EF4-FFF2-40B4-BE49-F238E27FC236}">
                  <a16:creationId xmlns:a16="http://schemas.microsoft.com/office/drawing/2014/main" id="{D214BEC4-3338-4248-951F-78D077989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932269" y="6304103"/>
              <a:ext cx="270000" cy="360000"/>
            </a:xfrm>
            <a:prstGeom prst="rect">
              <a:avLst/>
            </a:prstGeom>
          </p:spPr>
        </p:pic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86BF0B2-3AEB-4FF8-AAB8-BE3AC0F57E72}"/>
                </a:ext>
              </a:extLst>
            </p:cNvPr>
            <p:cNvSpPr txBox="1"/>
            <p:nvPr/>
          </p:nvSpPr>
          <p:spPr>
            <a:xfrm>
              <a:off x="5204314" y="6334922"/>
              <a:ext cx="219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C00000"/>
                  </a:solidFill>
                </a:rPr>
                <a:t>exampleProject.Rproj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F3AE362-E65D-41C5-9B89-528D1DA3F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874" y="6489270"/>
              <a:ext cx="17184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4936E62-4778-47BE-A0C1-2D652B4D8783}"/>
              </a:ext>
            </a:extLst>
          </p:cNvPr>
          <p:cNvGrpSpPr/>
          <p:nvPr/>
        </p:nvGrpSpPr>
        <p:grpSpPr>
          <a:xfrm>
            <a:off x="7622049" y="61488"/>
            <a:ext cx="3942916" cy="6563044"/>
            <a:chOff x="7622049" y="61488"/>
            <a:chExt cx="3942916" cy="6563044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774BBC7-3F43-47E7-9D06-E2B122AB8FDE}"/>
                </a:ext>
              </a:extLst>
            </p:cNvPr>
            <p:cNvGrpSpPr/>
            <p:nvPr/>
          </p:nvGrpSpPr>
          <p:grpSpPr>
            <a:xfrm>
              <a:off x="7622049" y="61488"/>
              <a:ext cx="3942916" cy="6348060"/>
              <a:chOff x="5496390" y="800745"/>
              <a:chExt cx="3942916" cy="6348060"/>
            </a:xfrm>
          </p:grpSpPr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0B19D22B-E682-410F-B113-279737B31C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455" y="1198275"/>
                <a:ext cx="6926" cy="59505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4FD484AD-CBF3-48DC-ABE9-C9CEB6A3EA19}"/>
                  </a:ext>
                </a:extLst>
              </p:cNvPr>
              <p:cNvGrpSpPr/>
              <p:nvPr/>
            </p:nvGrpSpPr>
            <p:grpSpPr>
              <a:xfrm>
                <a:off x="5496390" y="800745"/>
                <a:ext cx="3942916" cy="6067159"/>
                <a:chOff x="5496390" y="800745"/>
                <a:chExt cx="3942916" cy="6067159"/>
              </a:xfrm>
            </p:grpSpPr>
            <p:pic>
              <p:nvPicPr>
                <p:cNvPr id="199" name="Graphic 198">
                  <a:extLst>
                    <a:ext uri="{FF2B5EF4-FFF2-40B4-BE49-F238E27FC236}">
                      <a16:creationId xmlns:a16="http://schemas.microsoft.com/office/drawing/2014/main" id="{530D3F8D-621D-4380-A951-67AC63E947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81748" y="3798630"/>
                  <a:ext cx="270000" cy="360000"/>
                </a:xfrm>
                <a:prstGeom prst="rect">
                  <a:avLst/>
                </a:prstGeom>
              </p:spPr>
            </p:pic>
            <p:pic>
              <p:nvPicPr>
                <p:cNvPr id="200" name="Graphic 199">
                  <a:extLst>
                    <a:ext uri="{FF2B5EF4-FFF2-40B4-BE49-F238E27FC236}">
                      <a16:creationId xmlns:a16="http://schemas.microsoft.com/office/drawing/2014/main" id="{DBF81D38-B29E-4B68-9F4B-AC63D690BC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20342" y="6487930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B5ACB693-CDD0-4573-885A-A243E999DE52}"/>
                    </a:ext>
                  </a:extLst>
                </p:cNvPr>
                <p:cNvSpPr txBox="1"/>
                <p:nvPr/>
              </p:nvSpPr>
              <p:spPr>
                <a:xfrm>
                  <a:off x="6181804" y="6498572"/>
                  <a:ext cx="1368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README.md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8378250-1644-42E2-A1A7-C767D28544A1}"/>
                    </a:ext>
                  </a:extLst>
                </p:cNvPr>
                <p:cNvSpPr txBox="1"/>
                <p:nvPr/>
              </p:nvSpPr>
              <p:spPr>
                <a:xfrm>
                  <a:off x="5982390" y="872940"/>
                  <a:ext cx="16718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 err="1"/>
                    <a:t>exampleProject</a:t>
                  </a:r>
                  <a:endParaRPr lang="en-GB" b="1" dirty="0"/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7AB9A5CB-5626-4715-9597-3FEDF4992143}"/>
                    </a:ext>
                  </a:extLst>
                </p:cNvPr>
                <p:cNvSpPr txBox="1"/>
                <p:nvPr/>
              </p:nvSpPr>
              <p:spPr>
                <a:xfrm>
                  <a:off x="6245444" y="2561435"/>
                  <a:ext cx="620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data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8967C199-EC80-422D-892C-BA75141345EC}"/>
                    </a:ext>
                  </a:extLst>
                </p:cNvPr>
                <p:cNvSpPr txBox="1"/>
                <p:nvPr/>
              </p:nvSpPr>
              <p:spPr>
                <a:xfrm>
                  <a:off x="6500413" y="2977486"/>
                  <a:ext cx="17173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temperature.csv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67CE202E-9E36-4694-B68C-485AB9E1F7CB}"/>
                    </a:ext>
                  </a:extLst>
                </p:cNvPr>
                <p:cNvSpPr txBox="1"/>
                <p:nvPr/>
              </p:nvSpPr>
              <p:spPr>
                <a:xfrm>
                  <a:off x="6528091" y="3782184"/>
                  <a:ext cx="13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 err="1"/>
                    <a:t>report.qmd</a:t>
                  </a:r>
                  <a:endParaRPr lang="en-GB" dirty="0"/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E0970719-370F-4629-AA83-2CAFCDA89FB8}"/>
                    </a:ext>
                  </a:extLst>
                </p:cNvPr>
                <p:cNvSpPr txBox="1"/>
                <p:nvPr/>
              </p:nvSpPr>
              <p:spPr>
                <a:xfrm>
                  <a:off x="6517039" y="5955369"/>
                  <a:ext cx="1401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 err="1"/>
                    <a:t>a_function.R</a:t>
                  </a:r>
                  <a:endParaRPr lang="en-GB" dirty="0"/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79CF2448-39B4-465D-8110-B4B9BFC58D94}"/>
                    </a:ext>
                  </a:extLst>
                </p:cNvPr>
                <p:cNvSpPr txBox="1"/>
                <p:nvPr/>
              </p:nvSpPr>
              <p:spPr>
                <a:xfrm>
                  <a:off x="6528091" y="4720008"/>
                  <a:ext cx="19418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01_prepare-data.R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5C42DDAA-570C-4511-B329-C11C93E959EB}"/>
                    </a:ext>
                  </a:extLst>
                </p:cNvPr>
                <p:cNvSpPr txBox="1"/>
                <p:nvPr/>
              </p:nvSpPr>
              <p:spPr>
                <a:xfrm>
                  <a:off x="6535884" y="5165788"/>
                  <a:ext cx="10933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02_PCA.R</a:t>
                  </a:r>
                </a:p>
              </p:txBody>
            </p:sp>
            <p:pic>
              <p:nvPicPr>
                <p:cNvPr id="209" name="Graphic 208">
                  <a:extLst>
                    <a:ext uri="{FF2B5EF4-FFF2-40B4-BE49-F238E27FC236}">
                      <a16:creationId xmlns:a16="http://schemas.microsoft.com/office/drawing/2014/main" id="{E9BDC29F-AEFD-4B06-960F-93E6EEDD69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96390" y="800745"/>
                  <a:ext cx="486000" cy="432000"/>
                </a:xfrm>
                <a:prstGeom prst="rect">
                  <a:avLst/>
                </a:prstGeom>
              </p:spPr>
            </p:pic>
            <p:pic>
              <p:nvPicPr>
                <p:cNvPr id="210" name="Graphic 209">
                  <a:extLst>
                    <a:ext uri="{FF2B5EF4-FFF2-40B4-BE49-F238E27FC236}">
                      <a16:creationId xmlns:a16="http://schemas.microsoft.com/office/drawing/2014/main" id="{77F7FD60-CC5D-48FC-81EB-8089352462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6751" y="2976694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F6534E91-2699-425B-9A24-1687FFE3637D}"/>
                    </a:ext>
                  </a:extLst>
                </p:cNvPr>
                <p:cNvSpPr txBox="1"/>
                <p:nvPr/>
              </p:nvSpPr>
              <p:spPr>
                <a:xfrm>
                  <a:off x="6248938" y="3392703"/>
                  <a:ext cx="879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reports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0D60EE-94C8-4B3C-8958-344E7A87A74E}"/>
                    </a:ext>
                  </a:extLst>
                </p:cNvPr>
                <p:cNvSpPr txBox="1"/>
                <p:nvPr/>
              </p:nvSpPr>
              <p:spPr>
                <a:xfrm>
                  <a:off x="6248938" y="4254653"/>
                  <a:ext cx="9382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analysis</a:t>
                  </a:r>
                </a:p>
              </p:txBody>
            </p:sp>
            <p:pic>
              <p:nvPicPr>
                <p:cNvPr id="213" name="Graphic 212">
                  <a:extLst>
                    <a:ext uri="{FF2B5EF4-FFF2-40B4-BE49-F238E27FC236}">
                      <a16:creationId xmlns:a16="http://schemas.microsoft.com/office/drawing/2014/main" id="{2464D9B6-3B97-4DB8-AFB2-F279150348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81748" y="5154345"/>
                  <a:ext cx="270000" cy="360000"/>
                </a:xfrm>
                <a:prstGeom prst="rect">
                  <a:avLst/>
                </a:prstGeom>
              </p:spPr>
            </p:pic>
            <p:pic>
              <p:nvPicPr>
                <p:cNvPr id="214" name="Graphic 213">
                  <a:extLst>
                    <a:ext uri="{FF2B5EF4-FFF2-40B4-BE49-F238E27FC236}">
                      <a16:creationId xmlns:a16="http://schemas.microsoft.com/office/drawing/2014/main" id="{AF4F0A26-081B-44E1-AB14-65E6257E8B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4407" y="4718781"/>
                  <a:ext cx="270000" cy="360000"/>
                </a:xfrm>
                <a:prstGeom prst="rect">
                  <a:avLst/>
                </a:prstGeom>
              </p:spPr>
            </p:pic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E735E8BE-8A21-45BE-9160-8ADBB4FB8B99}"/>
                    </a:ext>
                  </a:extLst>
                </p:cNvPr>
                <p:cNvSpPr txBox="1"/>
                <p:nvPr/>
              </p:nvSpPr>
              <p:spPr>
                <a:xfrm>
                  <a:off x="6227549" y="5576514"/>
                  <a:ext cx="3145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R</a:t>
                  </a:r>
                </a:p>
              </p:txBody>
            </p:sp>
            <p:pic>
              <p:nvPicPr>
                <p:cNvPr id="216" name="Graphic 215">
                  <a:extLst>
                    <a:ext uri="{FF2B5EF4-FFF2-40B4-BE49-F238E27FC236}">
                      <a16:creationId xmlns:a16="http://schemas.microsoft.com/office/drawing/2014/main" id="{87714B51-E79A-4AD6-BCEB-6870CEFB55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653" y="5992045"/>
                  <a:ext cx="270000" cy="360000"/>
                </a:xfrm>
                <a:prstGeom prst="rect">
                  <a:avLst/>
                </a:prstGeom>
              </p:spPr>
            </p:pic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BDDAE694-6D90-444C-AB16-AA6A3D4ADC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09650" y="6678905"/>
                  <a:ext cx="17184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05633138-3783-47DD-8D29-0DBBFF7823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9163" y="2746637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FF932BDC-D248-4024-8A06-8ABF8B09F2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1261" y="3564395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12E594F7-B946-479B-8197-F28EC662DAA2}"/>
                    </a:ext>
                  </a:extLst>
                </p:cNvPr>
                <p:cNvGrpSpPr/>
                <p:nvPr/>
              </p:nvGrpSpPr>
              <p:grpSpPr>
                <a:xfrm>
                  <a:off x="6066396" y="2919473"/>
                  <a:ext cx="155929" cy="268426"/>
                  <a:chOff x="5938941" y="2308746"/>
                  <a:chExt cx="155929" cy="268426"/>
                </a:xfrm>
              </p:grpSpPr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1EE0FA80-64D0-4057-8369-3E137178BC8E}"/>
                      </a:ext>
                    </a:extLst>
                  </p:cNvPr>
                  <p:cNvCxnSpPr>
                    <a:cxnSpLocks/>
                    <a:stCxn id="226" idx="2"/>
                  </p:cNvCxnSpPr>
                  <p:nvPr/>
                </p:nvCxnSpPr>
                <p:spPr>
                  <a:xfrm>
                    <a:off x="5938941" y="2308746"/>
                    <a:ext cx="2460" cy="26842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0E499658-0C30-4B52-B872-4ACB6039C1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45607" y="2557905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D5E26C17-5ECF-4237-86C7-3BB6875C37EE}"/>
                    </a:ext>
                  </a:extLst>
                </p:cNvPr>
                <p:cNvGrpSpPr/>
                <p:nvPr/>
              </p:nvGrpSpPr>
              <p:grpSpPr>
                <a:xfrm>
                  <a:off x="6048825" y="3744395"/>
                  <a:ext cx="149263" cy="247824"/>
                  <a:chOff x="5912504" y="2281326"/>
                  <a:chExt cx="149263" cy="247824"/>
                </a:xfrm>
              </p:grpSpPr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880A83D7-A405-44CF-83A6-1F46562A55DE}"/>
                      </a:ext>
                    </a:extLst>
                  </p:cNvPr>
                  <p:cNvCxnSpPr>
                    <a:cxnSpLocks/>
                    <a:stCxn id="227" idx="2"/>
                  </p:cNvCxnSpPr>
                  <p:nvPr/>
                </p:nvCxnSpPr>
                <p:spPr>
                  <a:xfrm flipH="1">
                    <a:off x="5924824" y="2281326"/>
                    <a:ext cx="4731" cy="24782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B9DF99D1-5209-43D2-81E6-1FF20DA687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12504" y="2524048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2D4AE2A1-2343-43CF-9E42-70EC6BF4A7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19999" y="4455020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9B2E9265-CC4D-4E4F-8A00-C862BDFE0933}"/>
                    </a:ext>
                  </a:extLst>
                </p:cNvPr>
                <p:cNvGrpSpPr/>
                <p:nvPr/>
              </p:nvGrpSpPr>
              <p:grpSpPr>
                <a:xfrm>
                  <a:off x="6050819" y="4637161"/>
                  <a:ext cx="153276" cy="697184"/>
                  <a:chOff x="5909198" y="3092495"/>
                  <a:chExt cx="153276" cy="697184"/>
                </a:xfrm>
              </p:grpSpPr>
              <p:grpSp>
                <p:nvGrpSpPr>
                  <p:cNvPr id="243" name="Group 242">
                    <a:extLst>
                      <a:ext uri="{FF2B5EF4-FFF2-40B4-BE49-F238E27FC236}">
                        <a16:creationId xmlns:a16="http://schemas.microsoft.com/office/drawing/2014/main" id="{75098531-AE6B-48E8-A157-6CFC81E4B085}"/>
                      </a:ext>
                    </a:extLst>
                  </p:cNvPr>
                  <p:cNvGrpSpPr/>
                  <p:nvPr/>
                </p:nvGrpSpPr>
                <p:grpSpPr>
                  <a:xfrm>
                    <a:off x="5913211" y="3092495"/>
                    <a:ext cx="149263" cy="697184"/>
                    <a:chOff x="5904345" y="2216336"/>
                    <a:chExt cx="149263" cy="697184"/>
                  </a:xfrm>
                </p:grpSpPr>
                <p:cxnSp>
                  <p:nvCxnSpPr>
                    <p:cNvPr id="245" name="Straight Connector 244">
                      <a:extLst>
                        <a:ext uri="{FF2B5EF4-FFF2-40B4-BE49-F238E27FC236}">
                          <a16:creationId xmlns:a16="http://schemas.microsoft.com/office/drawing/2014/main" id="{D460E336-D955-4CE9-81C4-F846DC331322}"/>
                        </a:ext>
                      </a:extLst>
                    </p:cNvPr>
                    <p:cNvCxnSpPr>
                      <a:cxnSpLocks/>
                      <a:stCxn id="228" idx="2"/>
                    </p:cNvCxnSpPr>
                    <p:nvPr/>
                  </p:nvCxnSpPr>
                  <p:spPr>
                    <a:xfrm flipH="1">
                      <a:off x="5911287" y="2216336"/>
                      <a:ext cx="3138" cy="6971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6" name="Straight Connector 245">
                      <a:extLst>
                        <a:ext uri="{FF2B5EF4-FFF2-40B4-BE49-F238E27FC236}">
                          <a16:creationId xmlns:a16="http://schemas.microsoft.com/office/drawing/2014/main" id="{EDDEF0EC-CAC3-47C9-9CE1-AFB3450229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904345" y="2524491"/>
                      <a:ext cx="149263" cy="856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A48000D0-657E-4FA2-B191-64D06A0228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909198" y="3777364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9DA3B2DF-2F29-4964-A40D-C254C9AB3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09650" y="5778161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1B445C5F-FFBA-43E1-9CEC-7CAD900FAF7F}"/>
                    </a:ext>
                  </a:extLst>
                </p:cNvPr>
                <p:cNvGrpSpPr/>
                <p:nvPr/>
              </p:nvGrpSpPr>
              <p:grpSpPr>
                <a:xfrm>
                  <a:off x="6046050" y="5933195"/>
                  <a:ext cx="149263" cy="239706"/>
                  <a:chOff x="5889045" y="2266672"/>
                  <a:chExt cx="149263" cy="239706"/>
                </a:xfrm>
              </p:grpSpPr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125C8CEF-2242-4203-8DE0-B7ADA2E5912A}"/>
                      </a:ext>
                    </a:extLst>
                  </p:cNvPr>
                  <p:cNvCxnSpPr>
                    <a:cxnSpLocks/>
                    <a:stCxn id="229" idx="2"/>
                  </p:cNvCxnSpPr>
                  <p:nvPr/>
                </p:nvCxnSpPr>
                <p:spPr>
                  <a:xfrm>
                    <a:off x="5904001" y="2266672"/>
                    <a:ext cx="768" cy="2388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2D16958C-1671-408B-8554-3DBB8F14CF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889045" y="2505522"/>
                    <a:ext cx="149263" cy="85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226" name="Graphic 225">
                  <a:extLst>
                    <a:ext uri="{FF2B5EF4-FFF2-40B4-BE49-F238E27FC236}">
                      <a16:creationId xmlns:a16="http://schemas.microsoft.com/office/drawing/2014/main" id="{5CA089FB-89FC-4B5F-97DD-CFBA555683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896" y="2559473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227" name="Graphic 226">
                  <a:extLst>
                    <a:ext uri="{FF2B5EF4-FFF2-40B4-BE49-F238E27FC236}">
                      <a16:creationId xmlns:a16="http://schemas.microsoft.com/office/drawing/2014/main" id="{2147E829-2D0A-466B-A140-58DCE9B7D4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376" y="3384395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228" name="Graphic 227">
                  <a:extLst>
                    <a:ext uri="{FF2B5EF4-FFF2-40B4-BE49-F238E27FC236}">
                      <a16:creationId xmlns:a16="http://schemas.microsoft.com/office/drawing/2014/main" id="{5E33FC23-D173-46D5-949D-9E0FB7A295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2412" y="4277161"/>
                  <a:ext cx="405000" cy="360000"/>
                </a:xfrm>
                <a:prstGeom prst="rect">
                  <a:avLst/>
                </a:prstGeom>
              </p:spPr>
            </p:pic>
            <p:pic>
              <p:nvPicPr>
                <p:cNvPr id="229" name="Graphic 228">
                  <a:extLst>
                    <a:ext uri="{FF2B5EF4-FFF2-40B4-BE49-F238E27FC236}">
                      <a16:creationId xmlns:a16="http://schemas.microsoft.com/office/drawing/2014/main" id="{EF372899-4700-43BB-90AE-D7D38263F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8506" y="5573195"/>
                  <a:ext cx="405000" cy="360000"/>
                </a:xfrm>
                <a:prstGeom prst="rect">
                  <a:avLst/>
                </a:prstGeom>
              </p:spPr>
            </p:pic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482285D4-8A50-4EA6-A7A2-77BB5B8907C9}"/>
                    </a:ext>
                  </a:extLst>
                </p:cNvPr>
                <p:cNvSpPr txBox="1"/>
                <p:nvPr/>
              </p:nvSpPr>
              <p:spPr>
                <a:xfrm>
                  <a:off x="6245443" y="1363934"/>
                  <a:ext cx="10647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data-raw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0A0C577F-EAB6-4F1E-85B6-BD04E9B85AB8}"/>
                    </a:ext>
                  </a:extLst>
                </p:cNvPr>
                <p:cNvSpPr txBox="1"/>
                <p:nvPr/>
              </p:nvSpPr>
              <p:spPr>
                <a:xfrm>
                  <a:off x="6529342" y="1748973"/>
                  <a:ext cx="29099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2023-04-20_temperature.csv</a:t>
                  </a:r>
                </a:p>
              </p:txBody>
            </p:sp>
            <p:pic>
              <p:nvPicPr>
                <p:cNvPr id="232" name="Graphic 231">
                  <a:extLst>
                    <a:ext uri="{FF2B5EF4-FFF2-40B4-BE49-F238E27FC236}">
                      <a16:creationId xmlns:a16="http://schemas.microsoft.com/office/drawing/2014/main" id="{58E64FC8-178C-44EE-9B5F-88312D6722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7713" y="1741574"/>
                  <a:ext cx="270000" cy="360000"/>
                </a:xfrm>
                <a:prstGeom prst="rect">
                  <a:avLst/>
                </a:prstGeom>
              </p:spPr>
            </p:pic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01F5E0EB-B4CC-46ED-A4E9-95298B6AC6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9162" y="1549136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A526535F-5C25-4801-8CD7-30D567F59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68856" y="1927169"/>
                  <a:ext cx="149263" cy="8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35" name="Graphic 234">
                  <a:extLst>
                    <a:ext uri="{FF2B5EF4-FFF2-40B4-BE49-F238E27FC236}">
                      <a16:creationId xmlns:a16="http://schemas.microsoft.com/office/drawing/2014/main" id="{34C2A3DE-3149-4FE8-8F66-3EE2ECD836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3895" y="1361972"/>
                  <a:ext cx="405000" cy="360000"/>
                </a:xfrm>
                <a:prstGeom prst="rect">
                  <a:avLst/>
                </a:prstGeom>
              </p:spPr>
            </p:pic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214AD26C-B247-49D3-B60D-C2D118B35AD7}"/>
                    </a:ext>
                  </a:extLst>
                </p:cNvPr>
                <p:cNvSpPr txBox="1"/>
                <p:nvPr/>
              </p:nvSpPr>
              <p:spPr>
                <a:xfrm>
                  <a:off x="6528091" y="2138049"/>
                  <a:ext cx="29099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2023-04-20_temperature.csv</a:t>
                  </a:r>
                </a:p>
              </p:txBody>
            </p:sp>
            <p:pic>
              <p:nvPicPr>
                <p:cNvPr id="237" name="Graphic 236">
                  <a:extLst>
                    <a:ext uri="{FF2B5EF4-FFF2-40B4-BE49-F238E27FC236}">
                      <a16:creationId xmlns:a16="http://schemas.microsoft.com/office/drawing/2014/main" id="{CFB24448-3C68-452C-8F2C-60BB314492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74407" y="2164607"/>
                  <a:ext cx="270000" cy="360000"/>
                </a:xfrm>
                <a:prstGeom prst="rect">
                  <a:avLst/>
                </a:prstGeom>
              </p:spPr>
            </p:pic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A252C807-1863-4946-A15E-DD6134C3D32D}"/>
                    </a:ext>
                  </a:extLst>
                </p:cNvPr>
                <p:cNvGrpSpPr/>
                <p:nvPr/>
              </p:nvGrpSpPr>
              <p:grpSpPr>
                <a:xfrm>
                  <a:off x="6048827" y="1721972"/>
                  <a:ext cx="155612" cy="608055"/>
                  <a:chOff x="5923706" y="1909740"/>
                  <a:chExt cx="155612" cy="608055"/>
                </a:xfrm>
              </p:grpSpPr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A9D869F1-A803-40D2-BB2B-14892B400DB7}"/>
                      </a:ext>
                    </a:extLst>
                  </p:cNvPr>
                  <p:cNvCxnSpPr>
                    <a:cxnSpLocks/>
                    <a:stCxn id="235" idx="2"/>
                  </p:cNvCxnSpPr>
                  <p:nvPr/>
                </p:nvCxnSpPr>
                <p:spPr>
                  <a:xfrm flipH="1">
                    <a:off x="5936654" y="1909740"/>
                    <a:ext cx="4620" cy="60667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A0F3138D-9C67-40F8-AFCD-BBDB2DC3AB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23706" y="2516419"/>
                    <a:ext cx="155612" cy="137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194" name="Graphic 193">
              <a:extLst>
                <a:ext uri="{FF2B5EF4-FFF2-40B4-BE49-F238E27FC236}">
                  <a16:creationId xmlns:a16="http://schemas.microsoft.com/office/drawing/2014/main" id="{BF55C630-5C85-44EE-89A0-8FCD89A5F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058053" y="6224381"/>
              <a:ext cx="270000" cy="360000"/>
            </a:xfrm>
            <a:prstGeom prst="rect">
              <a:avLst/>
            </a:prstGeom>
          </p:spPr>
        </p:pic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E2DF25C-4EC8-4094-9EB7-AA3E15749D03}"/>
                </a:ext>
              </a:extLst>
            </p:cNvPr>
            <p:cNvSpPr txBox="1"/>
            <p:nvPr/>
          </p:nvSpPr>
          <p:spPr>
            <a:xfrm>
              <a:off x="8330098" y="6255200"/>
              <a:ext cx="67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.here</a:t>
              </a: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49353FB7-019C-45EE-9222-2434644EA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5658" y="6409548"/>
              <a:ext cx="17184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372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ools and Tipps colors">
      <a:dk1>
        <a:srgbClr val="100F0F"/>
      </a:dk1>
      <a:lt1>
        <a:srgbClr val="F1F1F1"/>
      </a:lt1>
      <a:dk2>
        <a:srgbClr val="44546A"/>
      </a:dk2>
      <a:lt2>
        <a:srgbClr val="E7E6E6"/>
      </a:lt2>
      <a:accent1>
        <a:srgbClr val="562457"/>
      </a:accent1>
      <a:accent2>
        <a:srgbClr val="88398A"/>
      </a:accent2>
      <a:accent3>
        <a:srgbClr val="C9A0D8"/>
      </a:accent3>
      <a:accent4>
        <a:srgbClr val="FFD166"/>
      </a:accent4>
      <a:accent5>
        <a:srgbClr val="68BDA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Widescreen</PresentationFormat>
  <Paragraphs>227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Selina</dc:creator>
  <cp:lastModifiedBy>Selina</cp:lastModifiedBy>
  <cp:revision>114</cp:revision>
  <dcterms:created xsi:type="dcterms:W3CDTF">2023-04-16T09:35:36Z</dcterms:created>
  <dcterms:modified xsi:type="dcterms:W3CDTF">2025-07-04T08:25:43Z</dcterms:modified>
</cp:coreProperties>
</file>